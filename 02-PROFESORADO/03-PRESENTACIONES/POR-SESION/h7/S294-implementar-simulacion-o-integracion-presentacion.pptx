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Implementar simulación o integración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9C397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9C397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Añadir modo IA controlado.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9C397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9C397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Modo IA funcional o simulación robusta.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Implementar clase simulada o integración segura.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9C397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AiAssistant, SimulatedAiAssistant, AiTool y validación.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9C397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SimulatedAiAssistant con respuestas y bloqueo de secretos.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Modo IA funcional o simulación robusta.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294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Probar respuesta válida y respuesta rechazada.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9C397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