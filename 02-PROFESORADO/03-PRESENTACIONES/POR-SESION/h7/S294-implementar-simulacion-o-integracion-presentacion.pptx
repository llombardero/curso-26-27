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9C3975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H7.3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Implementar simulación o integración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H7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Idear — proponer soluciones → Planificar — organizar el trabajo →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H7.3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Añadir modo IA controlado.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Modo IA funcional o simulación robusta.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H7.3 · H7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Lo importante es que el modo IA sea controlado, no espectacular.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SimulatedAiAssistant con respuestas y bloqueo de secretos.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Implementar clase simulada o integración segura.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Probar respuesta válida y respuesta rechazada.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H7.3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9C3975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AiAssistant, SimulatedAiAssistant, AiTool y validación.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9C3975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SimulatedAiAssistant con respuestas y bloqueo de secretos.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H7.3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9C3975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Implementar simulación o integración segura.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9C3975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Modo IA funcional o simulación robusta.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H7.3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H7.3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H7.3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9C3975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Probar respuesta válida y respuesta rechazada.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