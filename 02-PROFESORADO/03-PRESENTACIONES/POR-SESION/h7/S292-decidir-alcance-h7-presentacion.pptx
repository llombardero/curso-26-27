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Decidir alcance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Elegir integración real o simulación robusta.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Decisión H7 documentada.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simulación robusta es una opción válida y segura.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riesgos de API real frente a simulador local.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Evaluar preparación del equipo y decidir alcance.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opción es más segura y defendible para tu equipo?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simulación robusta es válida si evita fragilidad o riesgos de claves.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riesgos de API real frente a simulador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Elegir alcance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Decisión H7 documentada.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opción es más segura y defendible para tu equipo?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