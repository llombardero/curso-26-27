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Caso de uso IA y seguridad de prompts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H7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293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9C397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9C3975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Definir uso limitado y seguro de 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9C397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9C3975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docs/riesgos-ia-h7 inicial.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293 · H7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Diseñar caso: sugerencia de estudio o explicación breve.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293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9C3975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No enviar datos personales, secretos ni información sensible.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9C3975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Prompt seguro e inseguro.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293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docs/riesgos-ia-h7 inicial.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Pizarra o una hoja reutilizable para bosquejar antes de modificar el proyecto. · Datos ficticios de prueba. No se usarán contraseñas, tokens, claves API ni datos personales reales.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293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Revisar qué datos recibe la IA o simulación.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9C3975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