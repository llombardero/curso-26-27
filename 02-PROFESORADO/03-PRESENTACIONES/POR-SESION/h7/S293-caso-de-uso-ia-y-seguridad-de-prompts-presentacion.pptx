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9C3975"/>
          </a:solidFill>
          <a:ln>
            <a:solidFill>
              <a:srgbClr val="9C39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293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Caso de uso IA y seguridad de prompts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H7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Investigar — aprender lo necesario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9C3975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293 · H7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Definir uso limitado y seguro de IA.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docs/riesgos-ia-h7.md inicial.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9C3975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293 · H7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La IA debe tener un caso limitado y no recibir datos sensibles.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Prompt seguro e inseguro.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Diseñar caso: sugerencia de estudio o explicación breve.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Revisar qué datos recibe la IA o simulación.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9C3975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293 · H7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9C3975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No enviar datos personales, secretos ni información sensible.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9C3975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Prompt seguro e inseguro.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9C3975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293 · H7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9C3975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Diseñar caso de uso y riesgos.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9C3975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docs/riesgos-ia-h7.md inicial.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9C3975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293 · H7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9C39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producido o actualizado: docs/riesgos-ia-h7 inicial.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9C39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9C39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9C39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9C39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9C3975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293 · H7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9C3975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293 · H7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9C3975"/>
          </a:solidFill>
          <a:ln>
            <a:solidFill>
              <a:srgbClr val="9C39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Revisar qué datos recibe la IA o simulación.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