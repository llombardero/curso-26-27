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H7.2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de uso IA y seguridad de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uso limitado y seguro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Riesgos y validación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H7.2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IA debe tener un caso limitado y no recibir datos sensibles.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Prompt seguro e inseguro.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caso: sugerencia de estudio o explicación breve.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qué datos recibe la IA o simulación.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enviar datos personales, secretos ni información sensible.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Prompt seguro e inseguro.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caso de uso y riesgos.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Riesgos y validación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qué datos recibe la IA o simulación.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