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Caso de uso IA y seguridad de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Definir uso limitado y seguro de 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Riesgos y validación inicial.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IA debe tener un caso limitado y no recibir datos sensibles.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Prompt seguro e inseguro.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caso: sugerencia de estudio o explicación breve.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qué datos recibe la IA o simulación.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 enviar datos personales, secretos ni información sensible.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Prompt seguro e inseguro.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Diseñar caso de uso y riesgos.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Riesgos y validación inicial.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qué datos recibe la IA o simulación.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