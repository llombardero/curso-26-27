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H7.4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de prompts y validación humana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Trazar y validar respuestas.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«Trazabilidad y validación humana» y validación humana.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H7.4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Toda respuesta de IA debe validarse; no se acepta automáticamente.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Registro: prompt, respuesta, aceptación, modificación, verificación.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registro de prompts y validación.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respuesta podría ser incorrecta o peligrosa?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no se acepta sin revisión humana.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Registro: prompt, respuesta, aceptación, modificación, verificación.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registro y validación.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«Trazabilidad y validación humana» y validación humana.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H7.4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respuesta podría ser incorrecta o peligrosa?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