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9C3975"/>
          </a:solidFill>
          <a:ln>
            <a:solidFill>
              <a:srgbClr val="9C39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SESIÓN 295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Registro de prompts y validación humana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H7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Ejecutar — crear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965192"/>
            <a:ext cx="1024128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D2D9E4"/>
                </a:solidFill>
                <a:latin typeface="Aptos"/>
              </a:defRPr>
            </a:pPr>
            <a:r>
              <a:t>Individual → puesta en común en equipo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9C3975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295 · H7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Trazar y validar respuestas.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README, sección «Trazabilidad y validación humana» y validación humana.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9C3975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295 · H7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0–5 min — Presentar objetivo, producto y evidencia de hoy.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5–13 min — Explicación breve: Toda respuesta de IA debe validarse; no se acepta automáticamente.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13–18 min — Demostración o ejemplo: Registro: prompt, respuesta, aceptación, modificación, verificación.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18–35 min — Trabajo del alumnado: Completar registro de prompts y validación.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35–40 min — Comprobar la evidencia con una explicación o prueba breve.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40–45 min — Cierre: ¿qué respuesta podría ser incorrecta o peligrosa?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9C3975"/>
                </a:solidFill>
                <a:latin typeface="Aptos"/>
              </a:defRPr>
            </a:pPr>
            <a:r>
              <a:t>COMPRENDER Y TRANSFERIR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Idea clave y puesta en práctica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295 · H7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85232" cy="47365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1168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9C3975"/>
                </a:solidFill>
                <a:latin typeface="Aptos"/>
              </a:defRPr>
            </a:pPr>
            <a:r>
              <a:t>IDEA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330"/>
                </a:solidFill>
                <a:latin typeface="Aptos"/>
              </a:defRPr>
            </a:pPr>
            <a:r>
              <a:t>•  La IA no se acepta sin revisión humana.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394960" cy="4736592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219456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9C3975"/>
                </a:solidFill>
                <a:latin typeface="Aptos"/>
              </a:defRPr>
            </a:pPr>
            <a:r>
              <a:t>EN PRÁCTICA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 Registro: prompt, respuesta, aceptación, modificación, verificación.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9C3975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295 · H7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9C3975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Completar registro y validación.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7647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9C3975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886200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Comprueba y registra la evidencia: README, sección «Trazabilidad y validación humana» y validación humana.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9C3975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295 · H7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9C39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Pueden explicar qué están intentando conseguir.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9C39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76856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Registran una decisión, prueba o bloqueo; no muestran solo el resultado final.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9183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9C39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273551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Todas las personas pueden describir su aportación.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8853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9C39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70248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Comprueban el producto con un criterio observable.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85231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9C39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266944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usan datos personales, credenciales ni respuestas de ejemplo antes del intento propio.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9C3975"/>
                </a:solidFill>
                <a:latin typeface="Aptos"/>
              </a:defRPr>
            </a:pPr>
            <a:r>
              <a:t>LÍMITES QUE PROTEGEN EL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Seguridad y uso responsable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295 · H7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527048"/>
            <a:ext cx="237744" cy="1719072"/>
          </a:xfrm>
          <a:prstGeom prst="roundRect">
            <a:avLst/>
          </a:prstGeom>
          <a:solidFill>
            <a:srgbClr val="24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Trabaja únicamente con datos ficticios.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45936" y="1527048"/>
            <a:ext cx="237744" cy="1719072"/>
          </a:xfrm>
          <a:prstGeom prst="roundRect">
            <a:avLst/>
          </a:prstGeom>
          <a:solidFill>
            <a:srgbClr val="C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7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escribas contraseñas, tokens, claves API ni datos personales.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3904487"/>
            <a:ext cx="237744" cy="1719072"/>
          </a:xfrm>
          <a:prstGeom prst="roundRect">
            <a:avLst/>
          </a:prstGeom>
          <a:solidFill>
            <a:srgbClr val="B1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Si utilizas IA en un uso permitido, registra qué pediste, qué recibiste, qué cambiaste y cómo lo comprobaste.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5936" y="3904487"/>
            <a:ext cx="237744" cy="1719072"/>
          </a:xfrm>
          <a:prstGeom prst="roundRect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7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Los ejemplos de Laura solo se consultan después del intento propio.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9C3975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295 · H7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9C3975"/>
          </a:solidFill>
          <a:ln>
            <a:solidFill>
              <a:srgbClr val="9C39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¿qué respuesta podría ser incorrecta o peligrosa?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