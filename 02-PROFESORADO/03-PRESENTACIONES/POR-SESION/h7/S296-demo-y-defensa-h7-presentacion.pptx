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9C3975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H7.5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Demo y defensa H7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H7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4965192"/>
            <a:ext cx="10241280" cy="5943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700" b="0">
                <a:solidFill>
                  <a:srgbClr val="D2D9E4"/>
                </a:solidFill>
                <a:latin typeface="Aptos"/>
              </a:defRPr>
            </a:pPr>
            <a:r>
              <a:t>Equipo → comprobación individual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H7.5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Defender límites, seguridad y funcionamiento.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Versión h7-entrega demostrada y límites de seguridad defendidos individualmente.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H7.5 · H7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Defender IA significa explicar qué hace, qué no hace, qué datos recibe y qué riesgos tiene.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Preguntas de defensa IA.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Demo H7 y defensa individual.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Congelar versión base para HF.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H7.5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9C3975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La IA debe estar limitada, validada y documentada.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9C3975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Preguntas de defensa 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H7.5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9C3975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Demo y defensa.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9C3975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Versión h7-entrega demostrada y límites de seguridad defendidos individualmente.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H7.5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H7.5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9C3975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9C39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H7.5 · H7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9C3975"/>
          </a:solidFill>
          <a:ln>
            <a:solidFill>
              <a:srgbClr val="9C39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Congelar versión base para HF.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