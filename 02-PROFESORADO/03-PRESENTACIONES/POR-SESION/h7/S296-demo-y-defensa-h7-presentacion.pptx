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límites, seguridad y funcionamiento.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Versión h7-entrega demostrada y límites de seguridad defendidos individualmente.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Defender IA significa explicar qué hace, qué no hace, qué datos recibe y qué riesgos tiene.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 de defensa IA.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H7 y defensa individual.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Congelar versión base para HF.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debe estar limitada, validada y documentada.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 de defensa 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y defensa.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Versión h7-entrega demostrada y límites de seguridad defendidos individualmente.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Congelar versión base para HF.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