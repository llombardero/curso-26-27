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límites, seguridad y funcionamiento.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H7 y configuración segura.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IA significa explicar qué hace, qué no hace, qué datos recibe y qué riesgos tiene.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de defensa 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H7 y defensa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Congelar versión base para HF.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debe estar limitada, validada y documentada.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de defensa 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H7 y configuración segura.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H7 y configuración segura.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Congelar versión base para HF.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