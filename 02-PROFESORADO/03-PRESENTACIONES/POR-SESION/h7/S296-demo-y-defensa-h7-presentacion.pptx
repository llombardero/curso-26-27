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H7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Defender límites, seguridad y funcionamiento.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9C397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C397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Defensa H7 y configuración segura.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Demo H7 y defensa individual.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IA debe estar limitada, validada y documentada.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9C397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Preguntas de defensa 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H7 y configuración segura.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9C39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9C397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296 · H7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9C39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Congelar versión base para HF.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9C397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