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RA técnicos pendientes.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 específica.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Programación exige demostrar código y comprensión del RA pendiente.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Ejemplos de recuperación: bucle, colección, clase o fichero.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Tareas individuales: variable, bucle, colección, clase, fichero o prueba según caso.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Pregunta técnica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recuperación debe atacar exactamente la carencia detectada.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Ejemplos de recuperación: bucle, colección, clase o fichero.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Tarea individual dirigida.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 específica.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Evidencia de recuperación específica.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Pregunta técnica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