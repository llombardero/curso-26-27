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297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Reentrada tras FFEOE y diagnóstico final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HF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Activar — entender el reto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Retomar proyecto y detectar estado real.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Diagnóstico final por alumno/a y equipo.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Ya no se abre un proyecto nuevo; se cierra, recupera y mejora.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Checklist final de evidencias.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Revisar repositorio, evidencias y RA pendientes.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Plan de cierre individual.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No se abren grandes funcionalidades nuevas; se cierra, recupera y mejora.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D5725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Checklist final de evidencias.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Diagnóstico por alumno y equipo.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D5725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Diagnóstico final por alumno/a y equipo.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Diagnóstico final por alumno/a y equipo.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D5725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D57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297 · HF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D5725"/>
          </a:solidFill>
          <a:ln>
            <a:solidFill>
              <a:srgbClr val="6D57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Plan de cierre individual.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