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Reentrada tras FFEOE y diagnóstico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Retomar proyecto y detectar estado real.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Diagnóstico final por alumno/a y equipo.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Ya no se abre un proyecto nuevo; se cierra, recupera y mejora.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Checklist final de evidencias.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repositorio, evidencias y RA pendientes.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Plan de cierre individual.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No se abren grandes funcionalidades nuevas; se cierra, recupera y mejora.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Checklist final de evidencias.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Diagnóstico por alumno y equipo.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Diagnóstico final por alumno/a y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Plan de cierre individual.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