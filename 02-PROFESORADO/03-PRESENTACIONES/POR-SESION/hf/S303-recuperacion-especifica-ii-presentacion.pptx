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303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Recuperación específica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Recuperar evidencias de Entornos.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Evidencia de recuperación Entornos.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303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Recuperar Entornos exige evidencia de herramienta, proceso o documentación.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Depuración, Git, UML, README o pruebas según caso.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Completar README, prueba, depuración, diagrama, Git o seguridad según pendiente.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Validación con checklist.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Entornos se demuestra con IDE, Git, pruebas, depuración, UML, documentación y reproducibilidad.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Depuración, Git, UML, README o pruebas según caso.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evidencia pendiente.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Evidencia de recuperación Entornos.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Validación con checklist.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