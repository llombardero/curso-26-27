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HF.4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README final y reproducibilidad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HF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Planificar — organizar el trabajo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HF.4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Dejar el proyecto ejecutable por otra persona.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 final validado.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HF.4 · HF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El README final debe permitir ejecutar y entender el proyecto completo.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Checklist de README final.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Actualizar README final y probar desde cero.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Otro equipo intenta seguir instrucciones.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HF.4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README final debe incluir requisitos, ejecución, estructura, comandos, límites y seguridad.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D572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Checklist de README final.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HF.4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Probar README desde cero.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D572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 final validado.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HF.4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D572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D57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HF.4 · HF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D5725"/>
          </a:solidFill>
          <a:ln>
            <a:solidFill>
              <a:srgbClr val="6D57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Otro equipo intenta seguir instrucciones.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