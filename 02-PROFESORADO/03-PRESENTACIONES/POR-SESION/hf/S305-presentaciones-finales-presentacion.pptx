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HF.9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Presentaciones finales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Presentar producto y proceso.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Rúbrica de presentación final y demo.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presentación debe equilibrar producto, proceso, pruebas, IA y aprendizaje.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Rúbrica de presentación.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Demo final por equipos.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Feedback breve del docente y compañeros.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presentación debe equilibrar demo, decisiones técnicas, pruebas, IA y aprendizaje.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Rúbrica de presentación.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Demo final por equipos.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Rúbrica de presentación final y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HF.9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Feedback breve del docente y compañeros.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