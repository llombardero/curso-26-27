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Preparar demo final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298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D5725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D5725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Diseñar una demo clara y realista.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D5725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D5725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Guion de demo final.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298 · HF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Preparar guion de demo: H1, H2, H3, H4, H5, H6 y H7 si procede.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298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D5725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Una demo debe mostrar evolución, no solo resultado final.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D5725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Guion: problema, evolución, demo, pruebas, límites.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298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Guion de demo final.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Pizarra o una hoja reutilizable para bosquejar antes de modificar el proyecto. · Proyector solo si habrá demostración colectiva; la defensa puede realizarse directamente en el equipo.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298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Ensayo rápido de 3 minutos por equipo.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6D5725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Usa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compartas contraseñas ni claves.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Registra y valida cualquier uso de 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