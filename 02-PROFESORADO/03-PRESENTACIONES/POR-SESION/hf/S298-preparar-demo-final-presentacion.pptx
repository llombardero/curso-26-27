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Preparar demo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Diseñar una demo clara y realista.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Guion de demo final.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298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buena demo cuenta evolución y decisiones, no solo enseña una pantalla.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Guion: problema, evolución, demo, pruebas, límites.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Preparar guion de demo: H1, H2, H3, H4, H5, H6 y H7 si procede.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Ensayo rápido de 3 minutos por equipo.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Una demo debe mostrar evolución, no solo resultado final.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Guion: problema, evolución, demo, pruebas, límites.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Preparar guion de demo.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Guion de demo final.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Guion de demo final.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Ensayo rápido de 3 minutos por equipo.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