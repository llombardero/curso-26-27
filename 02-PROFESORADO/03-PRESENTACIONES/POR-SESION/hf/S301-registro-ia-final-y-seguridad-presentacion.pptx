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HF.5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IA final y 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Cerrar trazabilidad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Registro IA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HF.5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trazabilidad significativa de IA en diario/Scrum protege autoría, seguridad y aprendizaje; no requiere un documento final separado.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Revisar un registro incompleto y corregirlo.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registros IA de todos los hitos y completar faltantes.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del proyecto no podrías defender si no registras IA?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uso de IA evaluable debe quedar declarado.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Revisar un registro incompleto y corregirlo.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registros faltantes.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Registro IA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del proyecto no podrías defender si no registras 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