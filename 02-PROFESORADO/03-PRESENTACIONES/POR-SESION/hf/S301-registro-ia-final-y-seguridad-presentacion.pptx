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301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Registro IA final y seguridad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301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Cerrar trazabilidad de 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Registro IA final.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301 · HF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 trazabilidad significativa de IA en diario/Scrum protege autoría, seguridad y aprendizaje; no requiere un documento final separado.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Revisar un registro incompleto y corregirlo.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Revisar registros IA de todos los hitos y completar faltantes.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¿qué parte del proyecto no podrías defender si no registras IA?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301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Todo uso de IA evaluable debe quedar declarado.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Revisar un registro incompleto y corregirlo.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301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Completar registros faltantes.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Registro IA final.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301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301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301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parte del proyecto no podrías defender si no registras IA?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