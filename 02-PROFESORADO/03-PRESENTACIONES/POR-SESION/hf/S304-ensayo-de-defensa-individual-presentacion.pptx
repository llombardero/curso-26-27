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Ensayo de defensa individual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304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D572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D5725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Preparar defensa final sin memorizar.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D572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D5725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Plantilla de defensa final.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304 · HF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Simulación de preguntas por parejas o tríos.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304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D5725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Defender es razonar sobre código, decisiones, errores y aprendizaje.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D5725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Simulación de pregunta inesperada sobre código.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304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Plantilla de defensa final.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Proyector solo si habrá demostración colectiva; la defensa puede realizarse directamente en el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304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Cada alumno anota tres preguntas que debe preparar mejor.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D5725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Usa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compartas contraseñas ni claves.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Registra y valida cualquier uso de 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