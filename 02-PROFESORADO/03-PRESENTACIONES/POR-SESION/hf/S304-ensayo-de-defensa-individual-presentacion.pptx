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Ensayo de defensa 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Preparar defensa final sin memorizar.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Plantilla de defensa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defensa se prepara entendiendo, no memorizando.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Simulación de pregunta inesperada sobre código.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Simulación de preguntas por parejas o tríos.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alumno anota tres preguntas que debe preparar mejor.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Defender es razonar sobre código, decisiones, errores y aprendizaje.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Simulación de pregunta inesperada sobre código.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por parejas con preguntas cruzadas.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Plantilla de defensa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304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alumno anota tres preguntas que debe preparar mejor.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