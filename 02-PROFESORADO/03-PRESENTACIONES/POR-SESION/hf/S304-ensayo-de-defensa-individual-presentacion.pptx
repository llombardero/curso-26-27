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6D5725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304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Ensayo de defensa individual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HF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Comunicar — evaluar y reflexionar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304 · HF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Preparar defensa final sin memorizar.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Plantilla de defensa final.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304 · HF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La defensa se prepara entendiendo, no memorizando.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Simulación de pregunta inesperada sobre código.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Simulación de preguntas por parejas o tríos.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Cada alumno anota tres preguntas que debe preparar mejor.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304 · HF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6D5725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Defender es razonar sobre código, decisiones, errores y aprendizaje.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6D5725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Simulación de pregunta inesperada sobre código.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304 · HF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6D5725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Defensa por parejas con preguntas cruzadas.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6D5725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Plantilla de defensa final.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304 · HF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He producido o actualizado: Plantilla de defensa final.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señalar dónde está.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explicar una decisión tomada.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mostrar una prueba o comprobación.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He registrado mi aportación individual si el trabajo era de equipo.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304 · HF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6D5725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Cada alumno anota tres preguntas que debe preparar mejor.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