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HF.10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final, cierre y retrospectiva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HF.10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Cerrar aprendizaje y evaluación.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final, autoevaluación y retrospectiva.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HF.10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cierre valida producto funcional, proceso trazable y comprensión defendible.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 final global: qué construyes, cómo lo pruebas, cómo lo documentas y cómo lo defiendes.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Defensa individual, retrospectiva final y plan personal de mejora.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Pregunta final: ¿qué sabes construir, probar, documentar y defender ahora que no sabías al empezar?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RÚBRICA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hace defendible la evidencia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HF.10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0759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49047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52704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Producto funcional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0759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49047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152704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Prueba observable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1" y="130759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7" y="149047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4544" y="152704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Decisión explicada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8503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86791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90448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Trazabilidad de cambios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68503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386791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90448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Aportación individual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9871" y="3685032"/>
            <a:ext cx="3493008" cy="20299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3867912"/>
            <a:ext cx="502920" cy="43891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200" b="1">
                <a:solidFill>
                  <a:srgbClr val="6D5725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4544" y="3904488"/>
            <a:ext cx="2331720" cy="141732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800" b="1">
                <a:solidFill>
                  <a:srgbClr val="1C2330"/>
                </a:solidFill>
                <a:latin typeface="Aptos"/>
              </a:defRPr>
            </a:pPr>
            <a:r>
              <a:t>Plan personal de mejora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MODELO DE INTERVENCIÓN BREVE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Microdefensa ejemplificada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HF.10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43584"/>
            <a:ext cx="996696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08176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362456"/>
            <a:ext cx="909828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1">
                <a:solidFill>
                  <a:srgbClr val="1C2330"/>
                </a:solidFill>
                <a:latin typeface="Aptos"/>
              </a:defRPr>
            </a:pPr>
            <a:r>
              <a:t>Afirmación — qué funciona y para quién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4983" y="2176272"/>
            <a:ext cx="93268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9575" y="2340864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73351" y="2295144"/>
            <a:ext cx="845820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Artefacto — dónde puede verse en el proyecto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44168" y="3108960"/>
            <a:ext cx="8686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3273552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3227832"/>
            <a:ext cx="781812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Prueba — qué ejecución o resultado lo demuestra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73352" y="4041648"/>
            <a:ext cx="804672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37944" y="4206240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160520"/>
            <a:ext cx="7178040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Decisión — qué alternativa se eligió y por qué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02536" y="4974336"/>
            <a:ext cx="74066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67128" y="5138928"/>
            <a:ext cx="402336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500" b="1">
                <a:solidFill>
                  <a:srgbClr val="6D5725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0904" y="5093208"/>
            <a:ext cx="6537959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Dificultad y aprendizaje — qué cambiarías ahora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HF.10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Prepara una afirmación y localiza el artefacto que la respalda.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Defiende individualmente el producto con una prueba observable y una decisión explicada.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Responde una pregunta vinculando producto, proceso y aprendizaje.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Completa la autoevaluación y la retrospectiva con una evidencia concreta.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Formula y entrega un plan personal de mejora con un siguiente paso verificable.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HF.10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Defensa: producto funcional, prueba observable y decisión explicada.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Trazabilidad: puedo localizar los cambios y su justificación.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Aportación individual: identifico qué hice y qué aprendí.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Autoevaluación y retrospectiva: aportan una evidencia concreta.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Plan personal de mejora: incluye un siguiente paso verificable.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HF.10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HF.10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sabes construir, probar, documentar y defender ahora que no sabías al empezar?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