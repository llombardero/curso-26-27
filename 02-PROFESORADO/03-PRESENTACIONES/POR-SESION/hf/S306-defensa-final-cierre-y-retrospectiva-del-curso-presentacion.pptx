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306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Defensa final, cierre y retrospectiva del curso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Cerrar aprendizaje y evaluación.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D5725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D5725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Defensa final, autoevaluación y retrospectiva.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Defensa individual, retrospectiva final y plan personal de mejora.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Sin comprensión defendible, no hay evidencia completa.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D5725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Pregunta final global: qué construyes, cómo lo pruebas, cómo lo documentas y cómo lo defiendes.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Defensa final, autoevaluación y retrospectiva.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Proyector solo si habrá demostración colectiva; la defensa puede realizarse directamente en el equipo. · Datos ficticios de prueba. No se usarán contraseñas, tokens, claves API ni datos personales reales.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306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Pregunta final: ¿qué sabes construir, probar, documentar y defender ahora que no sabías al empezar?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D5725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