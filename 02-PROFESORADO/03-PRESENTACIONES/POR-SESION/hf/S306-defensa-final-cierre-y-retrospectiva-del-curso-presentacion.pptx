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306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Defensa final, cierre y retrospectiva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Cerrar aprendizaje y evaluación.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Defensa final, autoevaluación y retrospectiva.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cierre valida producto funcional, proceso trazable y comprensión defendible.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Pregunta final global: qué construyes, cómo lo pruebas, cómo lo documentas y cómo lo defiendes.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Defensa individual, retrospectiva final y plan personal de mejora.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Pregunta final: ¿qué sabes construir, probar, documentar y defender ahora que no sabías al empezar?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RÚBRICA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hace defendible la evidencia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0759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9047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2704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Producto funcional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0759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49047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52704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Prueba observable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30759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49047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52704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Decisión explicada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8503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86791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0448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Trazabilidad de cambios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68503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386791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390448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Aportación individual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1" y="3685032"/>
            <a:ext cx="349300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3867912"/>
            <a:ext cx="502920" cy="43891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200" b="1">
                <a:solidFill>
                  <a:srgbClr val="6D572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3904488"/>
            <a:ext cx="2331720" cy="141732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l">
              <a:defRPr sz="1800" b="1">
                <a:solidFill>
                  <a:srgbClr val="1C2330"/>
                </a:solidFill>
                <a:latin typeface="Aptos"/>
              </a:defRPr>
            </a:pPr>
            <a:r>
              <a:t>Plan personal de mejora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MODELO DE INTERVENCIÓN BREVE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Microdefensa ejemplificada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43584"/>
            <a:ext cx="99669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08176"/>
            <a:ext cx="402336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500" b="1">
                <a:solidFill>
                  <a:srgbClr val="6D572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362456"/>
            <a:ext cx="9098280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1">
                <a:solidFill>
                  <a:srgbClr val="1C2330"/>
                </a:solidFill>
                <a:latin typeface="Aptos"/>
              </a:defRPr>
            </a:pPr>
            <a:r>
              <a:t>Afirmación — qué funciona y para quién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3" y="2176272"/>
            <a:ext cx="93268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5" y="2340864"/>
            <a:ext cx="402336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500" b="1">
                <a:solidFill>
                  <a:srgbClr val="6D572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1" y="2295144"/>
            <a:ext cx="8458200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Artefacto — dónde puede verse en el proyecto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4168" y="3108960"/>
            <a:ext cx="8686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273552"/>
            <a:ext cx="402336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500" b="1">
                <a:solidFill>
                  <a:srgbClr val="6D572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2536" y="3227832"/>
            <a:ext cx="7818120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Prueba — qué ejecución o resultado lo demuestra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73352" y="4041648"/>
            <a:ext cx="8046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37944" y="4206240"/>
            <a:ext cx="402336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500" b="1">
                <a:solidFill>
                  <a:srgbClr val="6D572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60520"/>
            <a:ext cx="7178040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Decisión — qué alternativa se eligió y por qué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02536" y="4974336"/>
            <a:ext cx="74066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7128" y="5138928"/>
            <a:ext cx="402336" cy="31089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500" b="1">
                <a:solidFill>
                  <a:srgbClr val="6D572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0904" y="5093208"/>
            <a:ext cx="6537959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Dificultad y aprendizaje — qué cambiarías ahora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Prepara una afirmación y localiza el artefacto que la respalda.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95144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404872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Defiende individualmente el producto con una prueba observable y una decisión explicada.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82696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29000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392424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Responde una pregunta vinculando producto, proceso y aprendizaje.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416552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379976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Completa la autoevaluación y la retrospectiva con una evidencia concreta.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57800"/>
            <a:ext cx="1083564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5404104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367528"/>
            <a:ext cx="946404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1C2330"/>
                </a:solidFill>
                <a:latin typeface="Aptos"/>
              </a:defRPr>
            </a:pPr>
            <a:r>
              <a:t>Formula y entrega un plan personal de mejora con un siguiente paso verificable.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Defensa: producto funcional, prueba observable y decisión explicada.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Trazabilidad: puedo localizar los cambios y su justificación.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Aportación individual: identifico qué hice y qué aprendí.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Autoevaluación y retrospectiva: aportan una evidencia concreta.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Plan personal de mejora: incluye un siguiente paso verificable.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306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sabes construir, probar, documentar y defender ahora que no sabías al empezar?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