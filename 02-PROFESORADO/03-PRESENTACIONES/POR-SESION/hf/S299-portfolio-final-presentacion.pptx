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Portfolio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Organizar evidencias de aprendizaje.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portfolio-final.md.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portfolio es relato técnico con evidencias, no acumulación de archivos.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Afirmación sin evidencia frente a afirmación con enlace/captura/código.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portfolio final individual.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cada afirmación tiene evidencia.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Portfolio no es una carpeta de archivos; es relato técnico con evidencias.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Afirmación sin evidencia frente a afirmación con enlace/captura/código.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portfolio.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portfolio-final.md.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portfolio-final.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cada afirmación tiene evidencia.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