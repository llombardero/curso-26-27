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Portfolio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Organizar evidencias de aprendizaje.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portfolio-final.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Completar portfolio final individual.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Portfolio no es una carpeta de archivos; es relato técnico con evidencias.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Afirmación sin evidencia frente a afirmación con enlace/captura/código.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portfolio-final.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Revisar si cada afirmación tiene evidencia.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D572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