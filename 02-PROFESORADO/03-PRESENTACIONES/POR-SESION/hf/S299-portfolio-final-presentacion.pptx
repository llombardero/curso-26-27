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Portfolio 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Idear — proponer soluciones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299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Organizar evidencias de aprendizaje.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portfolio-final.md.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299 · HF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El portfolio es relato técnico con evidencias, no acumulación de archivos.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Afirmación sin evidencia frente a afirmación con enlace/captura/código.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Completar portfolio final individual.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Revisar si cada afirmación tiene evidencia.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299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Portfolio no es una carpeta de archivos; es relato técnico con evidencias.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Afirmación sin evidencia frente a afirmación con enlace/captura/código.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299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Completar portfolio.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portfolio-final.md.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299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299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299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Revisar si cada afirmación tiene evidencia.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