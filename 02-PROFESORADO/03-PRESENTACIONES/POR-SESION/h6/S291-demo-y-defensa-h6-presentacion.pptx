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Defender persistencia, logs y reproducibilidad.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Defensa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Demo de guardar, cerrar, abrir y consultar. Defensa individual.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El proyecto debe quedar cerrado en versión base antes de FFEOE.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Demo completa de persistencia.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Decidir si el grupo puede abordar H7 o debe ir a cierre.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