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21597A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Errores de fichero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H6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Planificar — organizar el trabajo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Individual → puesta en común en 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284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Asegurar excepciones propias, throws e invariantes de estado.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Código o decisión técnica en README, sección Incidencias H6/README, sección Seguridad con prueba de error controlado.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284 · H6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5–13 min — Explicación breve: Los ficheros pueden no existir, estar vacíos o fallar por permisos.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Ejecutar sin carpeta data y corregir con createDirectories.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Crear una excepción propia para errores de carga/guardado o documentar por qué se usa una excepción estándar; asegurar que Memory no guarda recuerdos nulos/vacíos ni expone su lista interna modificable.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40–45 min — Cierre: ¿qué invariante debe mantener siempre Memory?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FLUJO DE CONTROL DEL ERROR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Del fallo de fichero a un estado seguro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284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2148840" cy="1508760"/>
          </a:xfrm>
          <a:prstGeom prst="roundRect">
            <a:avLst/>
          </a:prstGeom>
          <a:solidFill>
            <a:srgbClr val="B13A3A"/>
          </a:solidFill>
          <a:ln>
            <a:solidFill>
              <a:srgbClr val="B1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581912"/>
            <a:ext cx="1819656" cy="1152144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Fallo de carga o guardado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06039" y="1956816"/>
            <a:ext cx="475488" cy="329184"/>
          </a:xfrm>
          <a:prstGeom prst="rightArrow">
            <a:avLst/>
          </a:prstGeom>
          <a:solidFill>
            <a:srgbClr val="586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80360" y="1417320"/>
            <a:ext cx="2148840" cy="1508760"/>
          </a:xfrm>
          <a:prstGeom prst="roundRect">
            <a:avLst/>
          </a:prstGeom>
          <a:solidFill>
            <a:srgbClr val="C07020"/>
          </a:solidFill>
          <a:ln>
            <a:solidFill>
              <a:srgbClr val="C0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1581912"/>
            <a:ext cx="1819656" cy="1152144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Lanzar o propagar con throws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983479" y="1956816"/>
            <a:ext cx="475488" cy="329184"/>
          </a:xfrm>
          <a:prstGeom prst="rightArrow">
            <a:avLst/>
          </a:prstGeom>
          <a:solidFill>
            <a:srgbClr val="586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257800" y="1417320"/>
            <a:ext cx="2148840" cy="1508760"/>
          </a:xfrm>
          <a:prstGeom prst="roundRect">
            <a:avLst/>
          </a:prstGeom>
          <a:solidFill>
            <a:srgbClr val="21597A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22392" y="1581912"/>
            <a:ext cx="1819656" cy="1152144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Capturar o traducir a MemoryStorageException / PersistenceException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360920" y="1956816"/>
            <a:ext cx="475488" cy="329184"/>
          </a:xfrm>
          <a:prstGeom prst="rightArrow">
            <a:avLst/>
          </a:prstGeom>
          <a:solidFill>
            <a:srgbClr val="586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35240" y="1417320"/>
            <a:ext cx="2148840" cy="1508760"/>
          </a:xfrm>
          <a:prstGeom prst="roundRect">
            <a:avLst/>
          </a:prstGeom>
          <a:solidFill>
            <a:srgbClr val="506893"/>
          </a:solidFill>
          <a:ln>
            <a:solidFill>
              <a:srgbClr val="5068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99831" y="1581912"/>
            <a:ext cx="1819656" cy="1152144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Proteger la invariante: Memory no guarda recuerdos nulos o vacíos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57800" y="3931920"/>
            <a:ext cx="6263640" cy="1508760"/>
          </a:xfrm>
          <a:prstGeom prst="roundRect">
            <a:avLst/>
          </a:prstGeom>
          <a:solidFill>
            <a:srgbClr val="247E5C"/>
          </a:solidFill>
          <a:ln>
            <a:solidFill>
              <a:srgbClr val="247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22392" y="4096511"/>
            <a:ext cx="5934455" cy="1152144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Comprobar el error controlado y documentar en docs/incidencia-h6.md o docs/seguridad-h6.md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8430768" y="3081528"/>
            <a:ext cx="475488" cy="566928"/>
          </a:xfrm>
          <a:prstGeom prst="downArrow">
            <a:avLst/>
          </a:prstGeom>
          <a:solidFill>
            <a:srgbClr val="586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284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813816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1597A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1C2330"/>
                </a:solidFill>
                <a:latin typeface="Aptos"/>
              </a:defRPr>
            </a:pPr>
            <a:r>
              <a:t>Provoca de forma controlada un fallo de carga o guardado.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295144"/>
            <a:ext cx="10835640" cy="813816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41448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1597A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2404872"/>
            <a:ext cx="946404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1C2330"/>
                </a:solidFill>
                <a:latin typeface="Aptos"/>
              </a:defRPr>
            </a:pPr>
            <a:r>
              <a:t>Crea una excepción propia o justifica por qué empleas una estándar; revisa throws.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282696"/>
            <a:ext cx="10835640" cy="813816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429000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1597A"/>
                </a:solidFill>
                <a:latin typeface="Aptos"/>
              </a:defRPr>
            </a:pPr>
            <a:r>
              <a:t>PASO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3392424"/>
            <a:ext cx="946404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1C2330"/>
                </a:solidFill>
                <a:latin typeface="Aptos"/>
              </a:defRPr>
            </a:pPr>
            <a:r>
              <a:t>Controla carga y guardado sin ocultar el error al usuario.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270248"/>
            <a:ext cx="10835640" cy="813816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4416552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1597A"/>
                </a:solidFill>
                <a:latin typeface="Aptos"/>
              </a:defRPr>
            </a:pPr>
            <a:r>
              <a:t>PASO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4379976"/>
            <a:ext cx="946404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1C2330"/>
                </a:solidFill>
                <a:latin typeface="Aptos"/>
              </a:defRPr>
            </a:pPr>
            <a:r>
              <a:t>Impide que Memory guarde recuerdos nulos o vacíos y que exponga su lista interna modificable.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257800"/>
            <a:ext cx="10835640" cy="813816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5404104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1597A"/>
                </a:solidFill>
                <a:latin typeface="Aptos"/>
              </a:defRPr>
            </a:pPr>
            <a:r>
              <a:t>PASO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8" y="5367528"/>
            <a:ext cx="946404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1C2330"/>
                </a:solidFill>
                <a:latin typeface="Aptos"/>
              </a:defRPr>
            </a:pPr>
            <a:r>
              <a:t>Prueba el error controlado y documenta la decisión en docs/incidencia-h6.md o docs/seguridad-h6.md.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284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El error de carga o guardado se reproduce de forma controlada.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La excepción elegida y el uso de throws están justificados.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Memory rechaza recuerdos nulos o vacíos y protege su lista interna.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Existe una prueba observable del estado seguro.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La decisión está documentada en docs/incidencia-h6.md o docs/seguridad-h6.md.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284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284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21597A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¿qué invariante debe mantener siempre Memory?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