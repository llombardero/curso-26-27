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Errores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Asegurar excepciones propias, throws e invariantes de estado.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o decisión técnica en docs/incidencia-h6/docs/seguridad-h6 con prueba de error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una excepción propia para errores de carga/guardado o documentar por qué se usa una excepción estándar; asegurar que Memory no guarda recuerdos…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lanzar y capturar; excepción propia MemoryStorageException o PersistenceException; checked/runtime según nivel; invariante de memoria válida.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Ejecutar sin carpeta data y corregir con createDirectories.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o decisión técnica en docs/incidencia-h6/docs/seguridad-h6 con prueba de error controlado.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invariante debe mantener siempre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