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Errores de fichero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excepciones propias, throws e invariantes de estado.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o decisión técnica en docs/incidencia-h6.md o docs/seguridad-h6.md con prueba de error controlado.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Los ficheros pueden no existir, estar vacíos o fallar por permisos.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Ejecutar sin carpeta data y corregir con createDirectories.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una excepción propia para errores de carga/guardado o documentar por qué se usa una excepción estándar; asegurar que Memory no guarda recuerdos nulos/vacíos ni expone su lista interna modificable.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invariante debe mantener siempre Memory?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FLUJO DE CONTROL DEL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Del fallo de fichero a un estado seguro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2148840" cy="1508760"/>
          </a:xfrm>
          <a:prstGeom prst="roundRect">
            <a:avLst/>
          </a:prstGeom>
          <a:solidFill>
            <a:srgbClr val="B13A3A"/>
          </a:solidFill>
          <a:ln>
            <a:solidFill>
              <a:srgbClr val="B1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1819656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Fallo de carga o guardado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06039" y="1956816"/>
            <a:ext cx="475488" cy="329184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80360" y="1417320"/>
            <a:ext cx="2148840" cy="1508760"/>
          </a:xfrm>
          <a:prstGeom prst="roundRect">
            <a:avLst/>
          </a:prstGeom>
          <a:solidFill>
            <a:srgbClr val="C07020"/>
          </a:solidFill>
          <a:ln>
            <a:solidFill>
              <a:srgbClr val="C0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581912"/>
            <a:ext cx="1819656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Lanzar o propagar con throws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83479" y="1956816"/>
            <a:ext cx="475488" cy="329184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57800" y="1417320"/>
            <a:ext cx="2148840" cy="150876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2392" y="1581912"/>
            <a:ext cx="1819656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Capturar o traducir a MemoryStorageException / PersistenceException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360920" y="1956816"/>
            <a:ext cx="475488" cy="329184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35240" y="1417320"/>
            <a:ext cx="2148840" cy="1508760"/>
          </a:xfrm>
          <a:prstGeom prst="roundRect">
            <a:avLst/>
          </a:prstGeom>
          <a:solidFill>
            <a:srgbClr val="506893"/>
          </a:solidFill>
          <a:ln>
            <a:solidFill>
              <a:srgbClr val="5068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9831" y="1581912"/>
            <a:ext cx="1819656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Proteger la invariante: Memory no guarda recuerdos nulos o vacíos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57800" y="3931920"/>
            <a:ext cx="6263640" cy="1508760"/>
          </a:xfrm>
          <a:prstGeom prst="roundRect">
            <a:avLst/>
          </a:prstGeom>
          <a:solidFill>
            <a:srgbClr val="247E5C"/>
          </a:solidFill>
          <a:ln>
            <a:solidFill>
              <a:srgbClr val="247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22392" y="4096511"/>
            <a:ext cx="5934455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Comprobar el error controlado y documentar en docs/incidencia-h6.md o docs/seguridad-h6.md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8430768" y="3081528"/>
            <a:ext cx="475488" cy="566928"/>
          </a:xfrm>
          <a:prstGeom prst="down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Provoca de forma controlada un fallo de carga o guardado.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Crea una excepción propia o justifica por qué empleas una estándar; revisa throws.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Controla carga y guardado sin ocultar el error al usuario.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Impide que Memory guarde recuerdos nulos o vacíos y que exponga su lista interna modificable.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Prueba el error controlado y documenta la decisión en docs/incidencia-h6.md o docs/seguridad-h6.md.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El error de carga o guardado se reproduce de forma controlada.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excepción elegida y el uso de throws están justificados.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Memory rechaza recuerdos nulos o vacíos y protege su lista interna.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Existe una prueba observable del estado seguro.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decisión está documentada en docs/incidencia-h6.md o docs/seguridad-h6.md.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invariante debe mantener siempre Memory?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