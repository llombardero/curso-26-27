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Portfolio y registro IA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Documentar decisiones, seguridad y uso de 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Portfolio H6 y registro 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Completar portfolio y registro IA.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IA puede ayudar con ficheros, pero hay que verificar rutas, errores y seguridad.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Prompt para pedir explicación de Files.writeString y registro asociado.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Portfolio H6 y registro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riesgo de seguridad has evitado?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