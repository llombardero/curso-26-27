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Portfolio y registro IA H6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H6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Documentar decisiones, seguridad y uso de 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Portfolio H6 y registro 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290 · H6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Si IA ayuda con ficheros, revisar rutas, excepciones y seguridad.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Prompt para pedir explicación de Files.writeString y registro asociado.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Completar portfolio y registro IA.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¿qué riesgo de seguridad has evitado?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La IA puede ayudar con ficheros, pero hay que verificar rutas, errores y seguridad.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Prompt para pedir explicación de Files.writeString y registro asociado.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Completar portfolio y registro.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Portfolio H6 y registro 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He producido o actualizado: Portfolio H6 y registro 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Puedo señalar dónde está.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Puedo explicar una decisión tomada.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Puedo mostrar una prueba o comprobación.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He registrado mi aportación individual si el trabajo era de equipo.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290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riesgo de seguridad has evitado?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