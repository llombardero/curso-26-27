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Pruebas de persistencia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288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1597A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1597A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Verificar guardar y cargar.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1597A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1597A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docs/pruebas-persistencia-h6.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288 · H6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Completar pruebas: guardar, cerrar, abrir, consultar, fichero vacío y error.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288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1597A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La prueba clave de persistencia exige segunda ejecución.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1597A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Ejecutar prueba completa.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288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docs/pruebas-persistencia-h6.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Datos ficticios de prueba. No se usarán contraseñas, tokens, claves API ni datos personales reales.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288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Ejecutar prueba completa delante del docente o de otro equipo.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21597A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