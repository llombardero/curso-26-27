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de persistencia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Verificar guardar y cargar.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Pruebas de persistencia.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prueba clave es segunda ejecución: guardar, cerrar, abrir, consultar.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Ejecutar prueba completa.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pruebas: guardar, cerrar, abrir, consultar, fichero vacío y error.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Ejecutar prueba completa delante del docente o de otro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prueba clave de persistencia exige segunda ejecución.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Ejecutar prueba completa.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pruebas H6.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Pruebas de persistencia.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Ejecutar prueba completa delante del docente o de otro equipo.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