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Presentar H6: memoria persistente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Activar — entender el 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Comprender persistencia.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Necesidad documentada de persistencia.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279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Persistencia significa guardar información fuera de la memoria RAM del programa.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Guardar, cerrar, abrir y comprobar pérdida actual.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Ejecutar MiniJarvis, guardar recuerdo, cerrar y comprobar pérdida actual.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¿qué debe sobrevivir entre ejecuciones?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Diferencia entre memoria temporal y fichero.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Guardar, cerrar, abrir y comprobar pérdida actual.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Definir qué debe persistir.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Necesidad documentada de persistencia.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debe sobrevivir entre ejecuciones?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