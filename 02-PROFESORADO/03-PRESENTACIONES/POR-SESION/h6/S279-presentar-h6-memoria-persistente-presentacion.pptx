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H6: memoria persistente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persistencia.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Necesidad documentada de persistencia.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Persistencia significa guardar información fuera de la memoria RAM del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Guardar, cerrar, abrir y comprobar pérdida actual.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Ejecutar MiniJarvis, guardar recuerdo, cerrar y comprobar pérdida actual.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debe sobrevivir entre ejecuciones?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memoria temporal y fichero.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Guardar, cerrar, abrir y comprobar pérdida actual.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Definir qué debe persistir.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Necesidad documentada de persistencia.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debe sobrevivir entre ejecuciones?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