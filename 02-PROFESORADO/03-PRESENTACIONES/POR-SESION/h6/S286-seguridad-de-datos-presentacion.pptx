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1597A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H6.8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Seguridad de datos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H6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H6.8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Evitar secretos y datos personales.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README, sección Seguridad.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H6.8 · H6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Nunca subir claves, .env real, tokens ni datos personales.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Diferencia entre .env y .env.example.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Revisar repositorio y ficheros de ejemplo.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Checklist de seguridad pasado.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H6.8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1597A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No subir .env real, tokens, claves ni datos personales.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1597A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Diferencia entre .env y .env.example.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H6.8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Revisar repositorio con checklist.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README, sección Seguridad.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H6.8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H6.8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H6.8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1597A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Checklist de seguridad pasado.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