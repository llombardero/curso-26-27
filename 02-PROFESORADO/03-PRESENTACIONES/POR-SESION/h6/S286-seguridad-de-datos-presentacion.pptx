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Seguridad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secretos y datos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docs/seguridad-h6.md.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Nunca subir claves, .env real, tokens ni datos personales.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Diferencia entre .env y .env.example.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repositorio y ficheros de ejemplo.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Checklist de seguridad pasado.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subir .env real, tokens, claves ni datos personales.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Diferencia entre .env y .env.example.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repositorio con checklist.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docs/seguridad-h6.md.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docs/seguridad-h6.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Checklist de seguridad pasado.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