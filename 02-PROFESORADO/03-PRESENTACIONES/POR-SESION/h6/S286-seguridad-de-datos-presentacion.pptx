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Seguridad de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286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1597A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1597A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Evitar secretos y datos personales.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1597A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1597A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docs/seguridad-h6.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286 · H6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Revisar repositorio y ficheros de ejemplo.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286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1597A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No subir .env real, tokens, claves ni datos personales.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1597A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Diferencia entre .env y .env.example.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286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docs/seguridad-h6.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Datos ficticios de prueba. No se usarán contraseñas, tokens, claves API ni datos personales reales.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286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Checklist de seguridad pasado.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21597A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