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PersistentMemory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persistencia de memoria de negocio.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Persistencia encapsulada en clase propia.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persistencia debe estar separada de la interacción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PersistentMemory con save y load.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o ajustar PersistentMemory.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ponemos todo en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persistencia es una responsabilidad distinta.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PersistentMemory con save y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Encapsular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Persistencia encapsulada en clase propia.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Persistencia encapsulada en clase propia.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ponemos todo en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