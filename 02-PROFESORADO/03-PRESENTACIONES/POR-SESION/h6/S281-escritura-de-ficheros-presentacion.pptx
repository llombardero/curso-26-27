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Escritura de ficheros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1597A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1597A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Guardar recuerdos en disco.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1597A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1597A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data/recuerdos.txt generado con datos ficticios.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281 · H6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Implementar guardado básico.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1597A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Escritura de fichero y creación de carpeta data/.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1597A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Files.writeString con CREATE y APPEND.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data/recuerdos.txt generado con datos ficticios.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Datos ficticios de prueba. No se usarán contraseñas, tokens, claves API ni datos personales reales.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Verificar el contenido del fichero.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21597A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