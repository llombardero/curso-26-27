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21597A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Escritura de ficheros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H6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Investigar — aprender lo necesario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Equipo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281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Guardar recuerdos en disco.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data/recuerdos.txt generado con datos ficticios.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281 · H6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Escribir en fichero guarda datos fuera del programa.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Files.writeString con CREATE y APPEND.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Implementar guardado básico.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Verificar el contenido del fichero.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281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1597A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Escritura de fichero y creación de carpeta data/.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1597A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Files.writeString con CREATE y APPEND.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281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1597A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Guardar recuerdos en data/recuerdos.txt.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1597A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data/recuerdos.txt generado con datos ficticios.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281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281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281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21597A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Verificar el contenido del fichero.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