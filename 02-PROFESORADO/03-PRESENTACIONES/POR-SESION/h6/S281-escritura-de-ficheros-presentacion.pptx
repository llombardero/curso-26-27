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Escritura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recuerdos en disco.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data/recuerdos.txt generado con datos ficticios.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Escribir en fichero guarda datos fuera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Files.writeString con CREATE y APPEND.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guardado básico.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Verificar el contenido del fichero.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Escritura de fichero y creación de carpeta data/.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Files.writeString con CREATE y APPEND.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Guardar recuerdos en data/recuerdos.txt.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data/recuerdos.txt generado con datos ficticios.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Verificar el contenido del fichero.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