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reproducible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Que otra persona pueda ejecutar desde cero.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README H6 probado por otro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Redactar README H6 con estructura, ejecución y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Reproducible significa seguir pasos y obtener resultado.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Probar README de otro equipo.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README H6 probado por otro equipo.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Si otro equipo no puede ejecutar, README incompleto.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