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21597A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285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Logs e historial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H6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Ejecutar — crear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285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Registrar eventos simples.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Log generado sin datos sensibles.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285 · H6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5–13 min — Explicación breve: Un log registra eventos para trazabilidad, no debe guardar secretos.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Línea de log: fecha simple, acción, resultado.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Crear logs/historial.log con eventos simples.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40–45 min — Cierre: Revisar que el log no contiene información personal real.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285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21597A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Log no es base de datos; es trazabilidad básica.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21597A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Línea de log: fecha simple, acción, resultado.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285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1597A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Crear logs/historial.log.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1597A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Log generado sin datos sensibles.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285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He producido o actualizado: Log generado sin datos sensibles.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señalar dónde está.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explicar una decisión tomada.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mostrar una prueba o comprobación.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He registrado mi aportación individual si el trabajo era de equipo.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285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171907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Trabaja únicamente con datos ficticios.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171907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escribas contraseñas, tokens, claves API ni datos personales.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3904487"/>
            <a:ext cx="237744" cy="1719072"/>
          </a:xfrm>
          <a:prstGeom prst="roundRect">
            <a:avLst/>
          </a:prstGeom>
          <a:solidFill>
            <a:srgbClr val="B1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Si utilizas IA en un uso permitido, registra qué pediste, qué recibiste, qué cambiaste y cómo lo comprobaste.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79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904487"/>
            <a:ext cx="237744" cy="1719072"/>
          </a:xfrm>
          <a:prstGeom prst="round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4847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Los ejemplos de Laura solo se consultan después del intento propio.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285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21597A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Revisar que el log no contiene información personal real.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