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Logs e historial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Registrar eventos simples.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Log generado sin datos sensibles.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 log registra eventos para trazabilidad, no debe guardar secretos.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Línea de log: fecha simple, acción, resultado.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logs/historial.log con eventos simples.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que el log no contiene información personal real.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Log no es base de datos; es trazabilidad básica.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Línea de log: fecha simple, acción, resultado.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logs/historial.log.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Log generado sin datos sensibles.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que el log no contiene información personal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