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Logs e historial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H6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285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21597A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21597A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Registrar eventos simples.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21597A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21597A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Log generado sin datos sensibles.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285 · H6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Crear logs/historial.log con eventos simples.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285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21597A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Log no es base de datos; es trazabilidad básica.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21597A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Línea de log: fecha simple, acción, resultado.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285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Log generado sin datos sensibles.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 · Datos ficticios de prueba. No se usarán contraseñas, tokens, claves API ni datos personales reales.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285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Revisar que el log no contiene información personal real.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21597A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