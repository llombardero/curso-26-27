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Comparar ficheros, JSON/logs o lectura simple.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docs/comparacion-java-python-h6.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Analizar versión Python equivalente.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Diferencias entre APIs de fichero en Java y Python.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Java Files.readAllLines frente a Python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parte es más sencilla en Python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