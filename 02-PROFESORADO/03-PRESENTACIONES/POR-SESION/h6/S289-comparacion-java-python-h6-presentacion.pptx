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ficheros, JSON/logs o lectura simple.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Ambos lenguajes pueden leer y escribir ficheros; cambia la API y la verbosidad.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Java Files.readAllLines frente a Python open.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versión Python equivalente.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parte es más sencilla en Python y por qué?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Diferencias entre APIs de fichero en Java y Python.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Java Files.readAllLines frente a Python open.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lectura y escritura.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parte es más sencilla en Python y por qué?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