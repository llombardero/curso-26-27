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Trazabilidad y seguridad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trazabilidad y seguridad del incremento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H6 reproducible; diario/Scrum actualizado solo si el uso de IA fue significativo.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Si IA ayuda con ficheros, revisar rutas, excepciones y seguridad.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Prompt para pedir explicación de Files.writeString y registro asociado.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en README la trazabilidad y seguridad H6; registrar IA solo si fue significativa.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riesgo de seguridad has evitado?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puede ayudar con ficheros, pero hay que verificar rutas, errores y seguridad.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Prompt para pedir explicación de Files.writeString y registro asociado.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trazabilidad y seguridad en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H6 reproducible; diario/Scrum actualizado solo si el uso de IA fue significativo.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riesgo de seguridad has evitado?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