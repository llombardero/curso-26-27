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Trazabilidad y seguridad H6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290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Documentar trazabilidad y seguridad del incremento H6.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README H6 reproducible; diario/Scrum actualizado solo si el uso de IA fue significativo.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290 · H6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Si IA ayuda con ficheros, revisar rutas, excepciones y seguridad.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Prompt para pedir explicación de Files.writeString y registro asociado.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Completar en README la trazabilidad y seguridad H6; registrar IA solo si fue significativa.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¿qué riesgo de seguridad has evitado?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290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La IA puede ayudar con ficheros, pero hay que verificar rutas, errores y seguridad.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Prompt para pedir explicación de Files.writeString y registro asociado.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290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Completar trazabilidad y seguridad en README.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README H6 reproducible; diario/Scrum actualizado solo si el uso de IA fue significativo.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290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290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290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riesgo de seguridad has evitado?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