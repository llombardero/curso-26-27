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Lectura de ficheros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Cargar recuerdos al iniciar.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Recuerdos recuperados tras reiniciar.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282 · H6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Implementar carga inicial o comando de carga.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Leer líneas y reconstruir memoria.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Files.readAllLines.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Recuerdos recuperados tras reiniciar.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Datos ficticios de prueba. No se usarán contraseñas, tokens, claves API ni datos personales reales.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Prueba: guardar, cerrar, abrir y consultar.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1597A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