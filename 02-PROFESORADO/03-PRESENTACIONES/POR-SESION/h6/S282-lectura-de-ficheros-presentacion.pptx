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Lectura de ficheros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Cargar recuerdos al iniciar.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Recuerdos recuperados tras reiniciar.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Leer permite reconstruir memoria al iniciar.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Files.readAllLines.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carga inicial o comando de carga.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Prueba: guardar, cerrar, abrir y consultar.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Leer líneas y reconstruir memoria.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Files.readAllLines.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Cargar recuerdos desde fichero.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Recuerdos recuperados tras reiniciar.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Recuerdos recuperados tras reiniciar.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Prueba: guardar, cerrar, abrir y consultar.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