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Formato de fichero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H6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Decidir cómo guardar datos.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Documento de formato.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Un formato simple facilita leer, probar y depurar.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data/recuerdos.txt, una línea por recuerdo.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Diseñar data/recuerdos.txt.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Revisar si el formato puede leerse después.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Formato simple, legible y suficiente: una línea por recuerdo.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21597A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data/recuerdos.txt, una línea por recuerdo.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Diseñar formato y ejemplos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1597A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Documento de formato.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Pueden explicar qué están intentando conseguir.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Registran una decisión, prueba o bloqueo; no muestran solo el resultado final.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Todas las personas pueden describir su aportación.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Comprueban el producto con un criterio observable.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usan datos personales, credenciales ni respuestas de ejemplo antes del intento propio.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1597A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159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280 · H6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1597A"/>
          </a:solidFill>
          <a:ln>
            <a:solidFill>
              <a:srgbClr val="2159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Revisar si el formato puede leerse después.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