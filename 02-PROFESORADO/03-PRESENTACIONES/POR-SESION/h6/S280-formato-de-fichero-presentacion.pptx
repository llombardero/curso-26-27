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Formato de fichero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Decidir cómo guardar 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Documento de formato.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280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 formato simple facilita leer, probar y depurar.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data/recuerdos.txt, una línea por recuerdo.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Diseñar data/recuerdos.txt.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si el formato puede leerse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Formato simple, legible y suficiente: una línea por recuerdo.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data/recuerdos.txt, una línea por recuerdo.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Diseñar formato y ejemplos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Documento de formato.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si el formato puede leerse después.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