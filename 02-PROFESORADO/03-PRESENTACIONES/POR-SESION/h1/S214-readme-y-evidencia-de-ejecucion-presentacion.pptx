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y evidencia de ejecución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Documentar cómo ejecutar H1.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README H1 y documento/captura de ejecución.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README y evidencia de ejecución.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README mínimo: qué hace, cómo se ejecuta, ejemplo de salida y limitaciones.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Modelo mínimo: qué hace, cómo ejecutar, ejemplo de salida, limitaciones.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README H1 y documento/captura de ejecución.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Intercambio: otro equipo intenta entender el README.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