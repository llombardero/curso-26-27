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evidencia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cómo ejecutar H1.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H1 y documento/captura de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README permite que otra persona entienda y ejecute el proyecto.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Modelo mínimo: qué hace, cómo ejecutar, ejemplo de salida, limitaciones.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README.md y evidencia de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Intercambio: otro equipo intenta entender el README.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mínimo: qué hace, cómo se ejecuta, ejemplo de salida y limitaciones.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Modelo mínimo: qué hace, cómo ejecutar, ejemplo de salida, limitaciones.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README H1.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H1 y documento/captura de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Intercambio: otro equipo intenta entender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