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Documentar H1 y seleccionar evidencias verificables sin duplicar el diario.</a:t>
            </a:r>
          </a:p>
          <a:p>
            <a:r>
              <a:t>Diapositiva 1 de 9: README, evidencia y Site</a:t>
            </a:r>
          </a:p>
          <a:p>
            <a:r>
              <a:t>Fase HEXA: Comunicar — evaluar y reflexionar</a:t>
            </a:r>
          </a:p>
          <a:p>
            <a:r>
              <a:t>Presenta el producto y anticipa la evidencia: Quede H1 listo para defensa.</a:t>
            </a:r>
          </a:p>
          <a:p>
            <a:r>
              <a:t>Secuencia docente:</a:t>
            </a:r>
          </a:p>
          <a:p>
            <a:r>
              <a:t>- 00:00–00:05 / D1: COMUNICAR: Plantea la prueba de usuario de la documentación.</a:t>
            </a:r>
          </a:p>
          <a:p>
            <a:r>
              <a:t>- 00:05–00:11 / D2: PÍLDORA DOCENTE 1/3: Explica estructura mínima sin inventar secciones nuevas ajenas a las plantillas.</a:t>
            </a:r>
          </a:p>
          <a:p>
            <a:r>
              <a:t>- 00:11–00:16 / D3: PÍLDORA DOCENTE 2/3: Explica trazabilidad y enlace profundo.</a:t>
            </a:r>
          </a:p>
          <a:p>
            <a:r>
              <a:t>- 00:16–00:22 / D4: PÍLDORA DOCENTE 3/3: Explica funciones y privacidad. El Site no es copia del diario.</a:t>
            </a:r>
          </a:p>
          <a:p>
            <a:r>
              <a:t>- 00:22–00:36 / D5: ACTIVIDAD: Circula por mesas y pide a una persona explicar un enlace concreto.</a:t>
            </a:r>
          </a:p>
          <a:p>
            <a:r>
              <a:t>- 00:36–00:41 / D6: PRUEBA DE USUARIO: Organiza intercambio.</a:t>
            </a:r>
          </a:p>
          <a:p>
            <a:r>
              <a:t>- 00:41–00:45 / D7: CIERRE: Cierra con privacidad y accesibilidad de enlaces.</a:t>
            </a:r>
          </a:p>
          <a:p>
            <a:r>
              <a:t>Claves docentes:</a:t>
            </a:r>
          </a:p>
          <a:p>
            <a:r>
              <a:t>- PÍLDORA DOCENTE 1/3: Explica estructura mínima sin inventar secciones nuevas ajenas a las plantillas, PÍLDORA DOCENTE 2/3: Explica trazabilidad y enlace profundo, PÍLDORA DOCENTE 3/3: Explica funciones y privacidad. El Site no es copia del diario.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Documentar H1 y seleccionar evidencias verificables sin duplicar el diario.</a:t>
            </a:r>
          </a:p>
          <a:p>
            <a:r>
              <a:t>Diapositiva 2 de 9: Qué debe conseguirse</a:t>
            </a:r>
          </a:p>
          <a:p>
            <a:r>
              <a:t>Fase HEXA: Comunicar — evaluar y reflexionar</a:t>
            </a:r>
          </a:p>
          <a:p>
            <a:r>
              <a:t>- Objetivo: Documentar H1 y seleccionar evidencias verificables sin duplicar el diario.</a:t>
            </a:r>
          </a:p>
          <a:p>
            <a:r>
              <a:t>- Al terminar: señala la evidencia, explica qué demuestra y reproduce la prueba.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Documentar H1 y seleccionar evidencias verificables sin duplicar el diario.</a:t>
            </a:r>
          </a:p>
          <a:p>
            <a:r>
              <a:t>Diapositiva 3 de 9: Ejemplo o demostración · 1</a:t>
            </a:r>
          </a:p>
          <a:p>
            <a:r>
              <a:t>Fase HEXA: Comunicar — evaluar y reflexionar</a:t>
            </a:r>
          </a:p>
          <a:p>
            <a:r>
              <a:t>Modela el ejemplo sin resolver la actividad completa; pide una predicción antes de ejecutar.</a:t>
            </a:r>
          </a:p>
          <a:p>
            <a:r>
              <a:t>- D1 · ¿Podría otra persona entender tu proyecto sin ti? — README + evidencia + enlaces claros convierten “funciona” en algo verificable.</a:t>
            </a:r>
          </a:p>
          <a:p>
            <a:r>
              <a:t>- D2 · README mínimo de H1 — QUÉ HACE: alcance real / y limitaciones \| CÓMO EJECUTAR: pasos suficientes / para reproducir \| EJEMPLO: entrada + salida / verificables</a:t>
            </a:r>
          </a:p>
          <a:p>
            <a:r>
              <a:t>- D3 · Una evidencia debe demostrar algo — DÉBIL: “Funciona.”</a:t>
            </a:r>
          </a:p>
          <a:p>
            <a:r>
              <a:t>- Enlace a una carpeta general. \| VERIFICABLE: entrada usada</a:t>
            </a:r>
          </a:p>
          <a:p>
            <a:r>
              <a:t>- salida observada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Documentar H1 y seleccionar evidencias verificables sin duplicar el diario.</a:t>
            </a:r>
          </a:p>
          <a:p>
            <a:r>
              <a:t>Diapositiva 4 de 9: Ejemplo o demostración · 2</a:t>
            </a:r>
          </a:p>
          <a:p>
            <a:r>
              <a:t>Fase HEXA: Comunicar — evaluar y reflexionar</a:t>
            </a:r>
          </a:p>
          <a:p>
            <a:r>
              <a:t>Modela el ejemplo sin resolver la actividad completa; pide una predicción antes de ejecutar.</a:t>
            </a:r>
          </a:p>
          <a:p>
            <a:r>
              <a:t>- enlace profundo</a:t>
            </a:r>
          </a:p>
          <a:p>
            <a:r>
              <a:t>- qué demuestra</a:t>
            </a:r>
          </a:p>
          <a:p>
            <a:r>
              <a:t>- D4 · Diario, Site personal y Site de equipo no son lo mismo DIARIO: Proceso individual: / objetivo, acción, prueba, bloqueo, siguiente paso. \| SITE PERSONAL:</a:t>
            </a:r>
          </a:p>
          <a:p>
            <a:r>
              <a:t>- Selección razonada de evidencias + qué demuestran. \| SITE EQUIPO: Reto, decisiones, pruebas, review y retrospectiva.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Documentar H1 y seleccionar evidencias verificables sin duplicar el diario.</a:t>
            </a:r>
          </a:p>
          <a:p>
            <a:r>
              <a:t>Diapositiva 5 de 9: Actividad central · 1</a:t>
            </a:r>
          </a:p>
          <a:p>
            <a:r>
              <a:t>Fase HEXA: Comunicar — evaluar y reflexionar</a:t>
            </a:r>
          </a:p>
          <a:p>
            <a:r>
              <a:t>Entrega la consigna, observa decisiones y pide una prueba reproducible.</a:t>
            </a:r>
          </a:p>
          <a:p>
            <a:r>
              <a:t>- Predice antes de ejecutar cuando haya código.</a:t>
            </a:r>
          </a:p>
          <a:p>
            <a:r>
              <a:t>- Realiza la micropráctica o modificación prevista.</a:t>
            </a:r>
          </a:p>
          <a:p>
            <a:r>
              <a:t>- Prueba el caso normal y, cuando exista una decisión o conversión, también el caso alternativo o erróneo.</a:t>
            </a:r>
          </a:p>
          <a:p>
            <a:r>
              <a:t>- Conserva el código o resultado en el repositorio o espacio indicado.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Documentar H1 y seleccionar evidencias verificables sin duplicar el diario.</a:t>
            </a:r>
          </a:p>
          <a:p>
            <a:r>
              <a:t>Diapositiva 6 de 9: Actividad central · 2</a:t>
            </a:r>
          </a:p>
          <a:p>
            <a:r>
              <a:t>Fase HEXA: Comunicar — evaluar y reflexionar</a:t>
            </a:r>
          </a:p>
          <a:p>
            <a:r>
              <a:t>Entrega la consigna, observa decisiones y pide una prueba reproducible.</a:t>
            </a:r>
          </a:p>
          <a:p>
            <a:r>
              <a:t>- Registra una sola entrada en el diario individual; no crees un informe paralelo.</a:t>
            </a:r>
          </a:p>
          <a:p>
            <a:r>
              <a:t>- ¿Qué puedes señalar, explicar y probar al terminar este checkpoint?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Documentar H1 y seleccionar evidencias verificables sin duplicar el diario.</a:t>
            </a:r>
          </a:p>
          <a:p>
            <a:r>
              <a:t>Diapositiva 7 de 9: Evidencia y comprobación</a:t>
            </a:r>
          </a:p>
          <a:p>
            <a:r>
              <a:t>Fase HEXA: Comunicar — evaluar y reflexionar</a:t>
            </a:r>
          </a:p>
          <a:p>
            <a:r>
              <a:t>Comprueba la evidencia en su fuente canónica: Quede H1 listo para defensa.</a:t>
            </a:r>
          </a:p>
          <a:p>
            <a:r>
              <a:t>- conserva el código o la prueba en el lugar indicado por la sesión;</a:t>
            </a:r>
          </a:p>
          <a:p>
            <a:r>
              <a:t>- añade una sola entrada al diario individual con prueba, bloqueo y siguiente paso;</a:t>
            </a:r>
          </a:p>
          <a:p>
            <a:r>
              <a:t>- no copies la misma reflexión en otro documento; el Site personal seleccionará evidencias al cerrar H1.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Documentar H1 y seleccionar evidencias verificables sin duplicar el diario.</a:t>
            </a:r>
          </a:p>
          <a:p>
            <a:r>
              <a:t>Diapositiva 8 de 9: Seguridad y uso responsable</a:t>
            </a:r>
          </a:p>
          <a:p>
            <a:r>
              <a:t>Fase HEXA: Comunicar — evaluar y reflexionar</a:t>
            </a:r>
          </a:p>
          <a:p>
            <a:r>
              <a:t>Recuerda estos límites antes de que el alumnado comparta o publique:</a:t>
            </a:r>
          </a:p>
          <a:p>
            <a:r>
              <a:t>- Usa datos ficticios y no publiques credenciales ni información personal.</a:t>
            </a:r>
          </a:p>
          <a:p>
            <a:r>
              <a:t>- Si utilizas IA de forma sustantiva, registra propósito, propuesta, cambios propios y validación en el registro de IA del hito.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Documentar H1 y seleccionar evidencias verificables sin duplicar el diario.</a:t>
            </a:r>
          </a:p>
          <a:p>
            <a:r>
              <a:t>Diapositiva 9 de 9: Cierre y defensa</a:t>
            </a:r>
          </a:p>
          <a:p>
            <a:r>
              <a:t>Fase HEXA: Comunicar — evaluar y reflexionar</a:t>
            </a:r>
          </a:p>
          <a:p>
            <a:r>
              <a:t>Cierra con explicación individual, prueba observable y siguiente paso concreto.</a:t>
            </a:r>
          </a:p>
          <a:p>
            <a:r>
              <a:t>- ¿Qué puedes señalar, explicar y probar al terminar este checkpoint?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README, evidencia y 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MiniJarvis · Fase HEXA: Comunicar — evaluar y reflexionar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con contraste por parejas o equipo cuando la práctica lo requiera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Documentar H1 y seleccionar evidencias verificables sin duplicar el diario.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Al terminar: señala la evidencia, explica qué demuestra y reproduce la prueba.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D1 · ¿Podría otra persona entender tu proyecto sin ti? — README + evidencia + enlaces claros convierten “funciona” en algo verificable.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D2 · README mínimo de H1 — QUÉ HACE: alcance real / y limitaciones \| CÓMO EJECUTAR: pasos suficientes / para reproducir \| EJEMPLO: entrada + salida / verificables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D3 · Una evidencia debe demostrar algo — DÉBIL: “Funciona.”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Enlace a una carpeta general. \| VERIFICABLE: entrada usada</a:t>
            </a:r>
          </a:p>
          <a:p>
            <a:pPr>
              <a:spcAft>
                <a:spcPts val="9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salida observada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enlace profundo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qué demuestra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D4 · Diario, Site personal y Site de equipo no son lo mismo DIARIO: Proceso individual: / objetivo, acción, prueba, bloqueo, siguiente paso. \| SITE PERSONAL: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Selección razonada de evidencias + qué demuestran. \| SITE EQUIPO: Reto, decisiones, pruebas, review y retrospectiva.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Predice antes de ejecutar cuando haya código.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la micropráctica o modificación prevista.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Prueba el caso normal y, cuando exista una decisión o conversión, también el caso alternativo o erróneo.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Conserva el código o resultado en el repositorio o espacio indicado.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Registra una sola entrada en el diario individual; no crees un informe paralelo.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¿Qué puedes señalar, explicar y probar al terminar este checkpoint?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conserva el código o la prueba en el lugar indicado por la sesión;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95960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941319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añade una sola entrada al diario individual con prueba, bloqueo y siguiente paso;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62076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460248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copies la misma reflexión en otro documento; el Site personal seleccionará evidencias al cerrar H1.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409651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Usa datos ficticios y no publiques credenciales ni información personal.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409651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de forma sustantiva, registra propósito, propuesta, cambios propios y validación en el registro de IA del hito.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puedes señalar, explicar y probar al terminar este checkpoint?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