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1 de 9: Qué vas a aprender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README H1.</a:t>
            </a:r>
          </a:p>
          <a:p>
            <a:r>
              <a:t>Secuencia docente:</a:t>
            </a:r>
          </a:p>
          <a:p>
            <a:r>
              <a:t>- 45 minutos: Revisad el README, preparad una evidencia de ejecución con entrada, salida esperada y salida obtenida, y comprobad desde una cuenta no propietaria que los enlaces profundos abren el recurso correcto.</a:t>
            </a:r>
          </a:p>
          <a:p>
            <a:r>
              <a:t>Claves docentes:</a:t>
            </a:r>
          </a:p>
          <a:p>
            <a:r>
              <a:t>- Úsala antes de documentar y antes de preparar Moodle.</a:t>
            </a:r>
          </a:p>
          <a:p>
            <a:r>
              <a:t>- Documentar no significa copiar la misma información en muchos sitios. Cada espacio responde a una pregunta: README explica cómo ejecutar; diario cuenta el proceso personal; Site personal selecciona aprendizaje; Site de equipo comunica el incremento; Moodle recoge enlaces oficiales.</a:t>
            </a:r>
          </a:p>
          <a:p>
            <a:r>
              <a:t>- Ejemplo de evidencia verificable:</a:t>
            </a:r>
          </a:p>
          <a:p>
            <a:r>
              <a:t>- Prueba: saludo con nombre ficticio.</a:t>
            </a:r>
          </a:p>
          <a:p>
            <a:r>
              <a:t>- Entrada usada: Laura.</a:t>
            </a:r>
          </a:p>
          <a:p>
            <a:r>
              <a:t>- Salida esperada: Encantado, Laura.</a:t>
            </a:r>
          </a:p>
          <a:p>
            <a:r>
              <a:t>- Salida obtenida: Encantado, Laura.</a:t>
            </a:r>
          </a:p>
          <a:p>
            <a:r>
              <a:t>- Demuestra: la entrada leída se guarda y se usa en la salida.</a:t>
            </a:r>
          </a:p>
          <a:p>
            <a:r>
              <a:t>- Enlace: archivo o captura concreta, no carpeta general.</a:t>
            </a:r>
          </a:p>
          <a:p>
            <a:r>
              <a:t>- Pregunta al alumnado:</a:t>
            </a:r>
          </a:p>
          <a:p>
            <a:r>
              <a:t>- Qué demuestra esta evidencia, dónde debería estar enlazada y por qué no basta con escribir funciona.</a:t>
            </a:r>
          </a:p>
          <a:p>
            <a:r>
              <a:t>- Error frecuente que debes cortar:</a:t>
            </a:r>
          </a:p>
          <a:p>
            <a:r>
              <a:t>- No enlacéis carpetas generales. Enlazad la evidencia concreta.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2 de 9: Qué aprenderás y cómo lo demostrarás</a:t>
            </a:r>
          </a:p>
          <a:p>
            <a:r>
              <a:t>Fase HEXA: Comunicar — evaluar y reflexionar</a:t>
            </a:r>
          </a:p>
          <a:p>
            <a:r>
              <a:t>- Objetivo: Al terminar, debes documentar H1 con un README reproducible, seleccionar evidencias verificables y comprobar permisos y enlaces profundos antes de preparar la entrega.</a:t>
            </a:r>
          </a:p>
          <a:p>
            <a:r>
              <a:t>- Comprobación: README H1.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3 de 9: README mínimo y honesto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## Qué hace</a:t>
            </a:r>
          </a:p>
          <a:p>
            <a:r>
              <a:t>MiniJarvis saluda y pide un nombre ficticio.</a:t>
            </a:r>
          </a:p>
          <a:p/>
          <a:p>
            <a:r>
              <a:t>## Requisitos</a:t>
            </a:r>
          </a:p>
          <a:p>
            <a:r>
              <a:t>JDK configurado y proyecto abierto.</a:t>
            </a:r>
          </a:p>
          <a:p/>
          <a:p>
            <a:r>
              <a:t>## Cómo ejecutar</a:t>
            </a:r>
          </a:p>
          <a:p>
            <a:r>
              <a:t>Ejecuta Main e introduce datos ficticios.</a:t>
            </a:r>
          </a:p>
          <a:p/>
          <a:p>
            <a:r>
              <a:t>## Límites</a:t>
            </a:r>
          </a:p>
          <a:p>
            <a:r>
              <a:t>Sin menú, memoria, ficheros ni IA real.</a:t>
            </a:r>
          </a:p>
          <a:p>
            <a:r>
              <a:t>- Otra persona debe poder reproducir la ejecución sin explicación oral.</a:t>
            </a:r>
          </a:p>
          <a:p>
            <a:r>
              <a:t>- El README describe el producto real, no el futuro.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4 de 9: Una evidencia debe demostrar algo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DÉBIL · Funciona.</a:t>
            </a:r>
          </a:p>
          <a:p>
            <a:r>
              <a:t>Enlace a una carpeta general.</a:t>
            </a:r>
          </a:p>
          <a:p>
            <a:r>
              <a:t>- VERIFICABLE · entrada, salida esperada, salida obtenida, qué demuestra y enlace profundo.</a:t>
            </a:r>
          </a:p>
          <a:p>
            <a:r>
              <a:t>- Una captura aislada no explica qué se probó ni con qué resultado.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5 de 9: Cada espacio responde a una pregunta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Diario · proceso individual: objetivo, acción, prueba, bloqueo y siguiente paso.</a:t>
            </a:r>
          </a:p>
          <a:p>
            <a:r>
              <a:t>- Site personal · selección razonada de evidencias y qué demuestran.</a:t>
            </a:r>
          </a:p>
          <a:p>
            <a:r>
              <a:t>- Site de equipo · reto, decisiones, pruebas, review y retrospectiva.</a:t>
            </a:r>
          </a:p>
          <a:p>
            <a:r>
              <a:t>- Moodle · índice de entrega y enlaces solicitados, no otra copia completa.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6 de 9: Prueba tu documentación con otra persona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Completa alcance, límites, ejecución y ejemplo del README.</a:t>
            </a:r>
          </a:p>
          <a:p>
            <a:r>
              <a:t>- Crea una evidencia con entrada, salida esperada, observada y explicación.</a:t>
            </a:r>
          </a:p>
          <a:p>
            <a:r>
              <a:t>- Pide a otra persona que ejecute siguiendo solo el README.</a:t>
            </a:r>
          </a:p>
          <a:p>
            <a:r>
              <a:t>- Corrige la primera ambigüedad y verifica enlaces y permisos.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7 de 9: Documentación reproducible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README H1.</a:t>
            </a:r>
          </a:p>
          <a:p>
            <a:r>
              <a:t>- El README permite ejecutar H1 sin ayuda oral.</a:t>
            </a:r>
          </a:p>
          <a:p>
            <a:r>
              <a:t>- Los enlaces llevan al archivo o prueba concreta.</a:t>
            </a:r>
          </a:p>
          <a:p>
            <a:r>
              <a:t>- Diario y Sites no duplican la misma reflexión.</a:t>
            </a:r>
          </a:p>
          <a:p>
            <a:r>
              <a:t>- No aparecen datos personales, contraseñas, claves o tokens.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8 de 9: Comprobación final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cambió después de que otra persona intentara seguir tu README sin ayuda?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documentar H1 con un README reproducible, seleccionar evidencias verificables y comprobar permisos y enlaces profundos antes de preparar la entrega.</a:t>
            </a:r>
          </a:p>
          <a:p>
            <a:r>
              <a:t>Diapositiva 9 de 9: Fuentes diferenciadas</a:t>
            </a:r>
          </a:p>
          <a:p>
            <a:r>
              <a:t>Fase HEXA: Comunicar — evaluar y reflexionar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Capítulos 00-02: README, portfolio y evidencias</a:t>
            </a:r>
          </a:p>
          <a:p>
            <a:r>
              <a:t>- PDF Tema 1 · conceptos Java documentados; no trata Site ni entrega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documentar H1 con un README reproducible, seleccionar evidencias verificables y comprobar permisos y enlaces profundos antes de preparar la entrega.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README H1.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README mínimo y honesto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FFFFFF"/>
                </a:solidFill>
                <a:latin typeface="Liberation Mono"/>
              </a:defRPr>
            </a:pPr>
            <a:r>
              <a:t>## Qué hace</a:t>
            </a:r>
            <a:br/>
            <a:r>
              <a:t>MiniJarvis saluda y pide un nombre ficticio.</a:t>
            </a:r>
            <a:br/>
            <a:br/>
            <a:r>
              <a:t>## Requisitos</a:t>
            </a:r>
            <a:br/>
            <a:r>
              <a:t>JDK configurado y proyecto abierto.</a:t>
            </a:r>
            <a:br/>
            <a:br/>
            <a:r>
              <a:t>## Cómo ejecutar</a:t>
            </a:r>
            <a:br/>
            <a:r>
              <a:t>Ejecuta Main e introduce datos ficticios.</a:t>
            </a:r>
            <a:br/>
            <a:br/>
            <a:r>
              <a:t>## Límites</a:t>
            </a:r>
            <a:br/>
            <a:r>
              <a:t>Sin menú, memoria, ficheros ni IA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Otra persona debe poder reproducir la ejecución sin explicación oral.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El README describe el producto real, no el futuro.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evidencia debe demostrar algo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DÉBIL · Funciona.</a:t>
            </a:r>
            <a:br/>
            <a:r>
              <a:t>Enlace a una carpeta general.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VERIFICABLE · entrada, salida esperada, salida obtenida, qué demuestra y enlace profundo.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captura aislada no explica qué se probó ni con qué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Cada espacio responde a una pregunta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Diario · proceso individual: objetivo, acción, prueba, bloqueo y siguiente paso.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Site personal · selección razonada de evidencias y qué demuestran.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Site de equipo · reto, decisiones, pruebas, review y retrospectiva.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Moodle · índice de entrega y enlaces solicitados, no otra copia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Prueba tu documentación con otra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 alcance, límites, ejecución y ejemplo del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 una evidencia con entrada, salida esperada, observada y explicación.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Pide a otra persona que ejecute siguiendo solo el README.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Corrige la primera ambigüedad y verifica enlaces y permisos.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Documentación reproducible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README permite ejecutar H1 sin ayuda 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enlaces llevan al archivo o prueba concreta.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Diario y Sites no duplican la misma reflexión.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aparecen datos personales, contraseñas, claves o tokens.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cambió después de que otra persona intentara seguir tu README sin ayuda?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Capítulos 00-02: README, portfolio y evidencias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conceptos Java documentados; no trata Site ni entrega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