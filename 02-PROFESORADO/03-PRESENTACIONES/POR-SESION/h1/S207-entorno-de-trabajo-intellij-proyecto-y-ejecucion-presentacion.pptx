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Entorno de trabajo: IntelliJ, proyecto y ejecución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Crear y ejecutar un proyecto Java mínimo.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2F5BA8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Captura o documento de primera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Lee el objetivo y escribe con tus palabras qué debe quedar terminado.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Atiende al ejemplo breve y anota una predicción, duda o decisión.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esta tarea: Crear proyecto en IntelliJ, clase Main y primer println.</a:t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4123944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233672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142231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el resultado con una prueba observable; no basta con decir “funciona”.</a:t>
            </a:r>
          </a:p>
        </p:txBody>
      </p:sp>
      <p:sp>
        <p:nvSpPr>
          <p:cNvPr id="20" name="Oval 19"/>
          <p:cNvSpPr/>
          <p:nvPr/>
        </p:nvSpPr>
        <p:spPr>
          <a:xfrm>
            <a:off x="685800" y="5056631"/>
            <a:ext cx="502920" cy="502920"/>
          </a:xfrm>
          <a:prstGeom prst="ellipse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166359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074919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o entrega la evidencia indicada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Código fuente, proyecto, JDK, compilación, ejecución y consola.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Guion breve sugerido: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&gt; Hoy necesitamos comprender y practicar lo justo para producir una evidencia verificable. Primero observaremos un ejemplo, después trabajaréis y al final cada pers…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2F5BA8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Crear proyecto y ejecutar System.out.println("Hola").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Captura o documento de primera ejecución.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49560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4946904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925312"/>
            <a:ext cx="10789920" cy="2743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200" b="0">
                <a:solidFill>
                  <a:srgbClr val="586270"/>
                </a:solidFill>
                <a:latin typeface="Aptos"/>
              </a:defRPr>
            </a:pPr>
            <a:r>
              <a:t>Necesitas: Un ordenador por estudiante o pareja, con JDK e IntelliJ disponibles y el proyecto del hito accesible.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207 · H1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Cada alumno localiza dónde está Main.java.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Trabaja únicamente con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escribas contraseñas, tokens, claves API ni datos personales.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Si utilizas IA en un uso permitido, registra qué pediste, qué recibiste, qué cambiaste y cómo lo comprobaste.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