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1 de 9: Del código fuente a la consola</a:t>
            </a:r>
          </a:p>
          <a:p>
            <a:r>
              <a:t>Fase HEXA: Investigar — aprender lo necesario</a:t>
            </a:r>
          </a:p>
          <a:p>
            <a:r>
              <a:t>Presenta el producto y anticipa la evidencia: Quede evidencia recuperable.</a:t>
            </a:r>
          </a:p>
          <a:p>
            <a:r>
              <a:t>Secuencia docente:</a:t>
            </a:r>
          </a:p>
          <a:p>
            <a:r>
              <a:t>- 00:00–00:04 / D1: INVESTIGAR: Recupera S206 y plantea el objetivo técnico mínimo.</a:t>
            </a:r>
          </a:p>
          <a:p>
            <a:r>
              <a:t>- 00:04–00:10 / D2: PÍLDORA DOCENTE 1/2: Dibuja la cadena y define cada pieza funcionalmente.</a:t>
            </a:r>
          </a:p>
          <a:p>
            <a:r>
              <a:t>- 00:10–00:16 / D3: DEMOSTRACIÓN: Crea/abre el proyecto y ejecuta lentamente. Señala editor y consola.</a:t>
            </a:r>
          </a:p>
          <a:p>
            <a:r>
              <a:t>- 00:16–00:27 / D4: ACTIVIDAD: Circula. Pregunta “¿qué esperabas ver?”.</a:t>
            </a:r>
          </a:p>
          <a:p>
            <a:r>
              <a:t>- 00:27–00:33 / D5: MICROINVESTIGACIÓN: Provoca un único error y modela la lectura del IDE.</a:t>
            </a:r>
          </a:p>
          <a:p>
            <a:r>
              <a:t>- 00:33–00:38 / D6: PÍLDORA DOCENTE 2/2: Consolida usando la experiencia que acaban de vivir.</a:t>
            </a:r>
          </a:p>
          <a:p>
            <a:r>
              <a:t>- 00:38–00:45 / D7: CIERRE: Pide evidencia concreta y una frase explicativa.</a:t>
            </a:r>
          </a:p>
          <a:p>
            <a:r>
              <a:t>Claves docentes:</a:t>
            </a:r>
          </a:p>
          <a:p>
            <a:r>
              <a:t>- PÍLDORA DOCENTE 1/2: Dibuja la cadena y define cada pieza funcionalmente, PÍLDORA DOCENTE 2/2: Consolida usando la experiencia que acaban de vivir.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2 de 9: Qué aprenderás y cómo lo demostrarás</a:t>
            </a:r>
          </a:p>
          <a:p>
            <a:r>
              <a:t>Fase HEXA: Investigar — aprender lo necesario</a:t>
            </a:r>
          </a:p>
          <a:p>
            <a:r>
              <a:t>- Objetivo: Comprender el camino código fuente → compilación → ejecución → consola y conseguir una primera ejecución.</a:t>
            </a:r>
          </a:p>
          <a:p>
            <a:r>
              <a:t>- Comprobación: Quede evidencia recuperable.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3 de 9: Del archivo a la salida</a:t>
            </a:r>
          </a:p>
          <a:p>
            <a:r>
              <a:t>Fase HEXA: Investigar — aprender lo necesario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Main.java</a:t>
            </a:r>
          </a:p>
          <a:p>
            <a:r>
              <a:t>- javac / compilación</a:t>
            </a:r>
          </a:p>
          <a:p>
            <a:r>
              <a:t>- bytecode .class</a:t>
            </a:r>
          </a:p>
          <a:p>
            <a:r>
              <a:t>- JVM / ejecución</a:t>
            </a:r>
          </a:p>
          <a:p>
            <a:r>
              <a:t>- consola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4 de 9: Primer programa ejecutable</a:t>
            </a:r>
          </a:p>
          <a:p>
            <a:r>
              <a:t>Fase HEXA: Investigar — aprender lo necesario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public class Main {</a:t>
            </a:r>
          </a:p>
          <a:p>
            <a:r>
              <a:t>    public static void main(String[] args) {</a:t>
            </a:r>
          </a:p>
          <a:p>
            <a:r>
              <a:t>        System.out.println("Hola, soy MiniJarvis.");</a:t>
            </a:r>
          </a:p>
          <a:p>
            <a:r>
              <a:t>    }</a:t>
            </a:r>
          </a:p>
          <a:p>
            <a:r>
              <a:t>}</a:t>
            </a:r>
          </a:p>
          <a:p>
            <a:r>
              <a:t>- Salida esperada: Hola, soy MiniJarvis.</a:t>
            </a:r>
          </a:p>
          <a:p>
            <a:r>
              <a:t>- Escribir, compilar y ejecutar son acciones distintas.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5 de 9: ¿Error de código o de entorno?</a:t>
            </a:r>
          </a:p>
          <a:p>
            <a:r>
              <a:t>Fase HEXA: Investigar — aprender lo necesario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CÓDIGO · comilla, llave o punto y coma ausente; el compilador señala una zona y un mensaje.</a:t>
            </a:r>
          </a:p>
          <a:p>
            <a:r>
              <a:t>- ENTORNO · JDK no configurado, clase equivocada o ejecución desde una ruta incorrecta.</a:t>
            </a:r>
          </a:p>
          <a:p>
            <a:r>
              <a:t>- Antes de borrar y reescribir: lee el primer diagnóstico y comprueba qué clase estás ejecutando.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6 de 9: Predice, ejecuta y diagnostica</a:t>
            </a:r>
          </a:p>
          <a:p>
            <a:r>
              <a:t>Fase HEXA: Investigar — aprender lo necesario</a:t>
            </a:r>
          </a:p>
          <a:p>
            <a:r>
              <a:t>Entrega la consigna, observa decisiones y pide una prueba reproducible.</a:t>
            </a:r>
          </a:p>
          <a:p>
            <a:r>
              <a:t>- Escribe un mensaje diferente al ejemplo y predice la salida exacta.</a:t>
            </a:r>
          </a:p>
          <a:p>
            <a:r>
              <a:t>- Ejecuta y contrasta predicción y resultado.</a:t>
            </a:r>
          </a:p>
          <a:p>
            <a:r>
              <a:t>- Elimina una comilla o un punto y coma y lee el diagnóstico.</a:t>
            </a:r>
          </a:p>
          <a:p>
            <a:r>
              <a:t>- Corrige solo después de explicar qué falló.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7 de 9: Prueba de la primera ejecución</a:t>
            </a:r>
          </a:p>
          <a:p>
            <a:r>
              <a:t>Fase HEXA: Investigar — aprender lo necesario</a:t>
            </a:r>
          </a:p>
          <a:p>
            <a:r>
              <a:t>Comprueba la evidencia en su fuente canónica: Quede evidencia recuperable.</a:t>
            </a:r>
          </a:p>
          <a:p>
            <a:r>
              <a:t>- Se identifica el código fuente ejecutado.</a:t>
            </a:r>
          </a:p>
          <a:p>
            <a:r>
              <a:t>- La salida de consola es visible.</a:t>
            </a:r>
          </a:p>
          <a:p>
            <a:r>
              <a:t>- Puedo explicar fuente → compilación → bytecode → JVM → consola.</a:t>
            </a:r>
          </a:p>
          <a:p>
            <a:r>
              <a:t>- Completo: Sé que se ha ejecutado porque ____.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8 de 9: Comprobación final</a:t>
            </a:r>
          </a:p>
          <a:p>
            <a:r>
              <a:t>Fase HEXA: Investigar — aprender lo necesario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diferencia hay entre escribir, compilar y ejecutar?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9 de 9: Fuentes utilizadas</a:t>
            </a:r>
          </a:p>
          <a:p>
            <a:r>
              <a:t>Fase HEXA: Investigar — aprender lo necesario</a:t>
            </a:r>
          </a:p>
          <a:p>
            <a:r>
              <a:t>Indica al alumnado dónde ampliar el contenido y qué fragmentos se han adaptado.</a:t>
            </a:r>
          </a:p>
          <a:p>
            <a:r>
              <a:t>- Libro: capítulo 01 · Tema 1: código fuente y ejecución</a:t>
            </a:r>
          </a:p>
          <a:p>
            <a:r>
              <a:t>- Fichas S206-S215 y píldoras H1</a:t>
            </a:r>
          </a:p>
          <a:p>
            <a:r>
              <a:t>- Ejemplos revisados y adaptados a MiniJarvis; no se copian errores ni capturas antiguas del PDF.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Del código fuente a la consola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aprenderás y cómo lo demostrarás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Comprender el camino código fuente → compilación → ejecución → consola y conseguir una primera ejecución.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Comprobación: Quede evidencia recuperable.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PROCESO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Del archivo a la salida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40280"/>
            <a:ext cx="1993392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Main.java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71394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00934" y="2240280"/>
            <a:ext cx="1993392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8094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8094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javac / compilación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59096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88636" y="2240280"/>
            <a:ext cx="1993392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5796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5796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bytecode .class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46798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76338" y="2240280"/>
            <a:ext cx="1993392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3498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3498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JVM / ejecución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334500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464040" y="2240280"/>
            <a:ext cx="1993392" cy="1874519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2487168"/>
            <a:ext cx="1719072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971800"/>
            <a:ext cx="1719072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consola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CÓDIGO EXPLICADO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Primer programa ejecutable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7315200" cy="470916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6903720" cy="425196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FFFFFF"/>
                </a:solidFill>
                <a:latin typeface="Liberation Mono"/>
              </a:defRPr>
            </a:pPr>
            <a:r>
              <a:t>public class Main {</a:t>
            </a:r>
            <a:br/>
            <a:r>
              <a:t>    public static void main(String[] args) {</a:t>
            </a:r>
            <a:br/>
            <a:r>
              <a:t>        System.out.println("Hola, soy MiniJarvis.");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325880"/>
            <a:ext cx="3401568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27632"/>
            <a:ext cx="288036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LEE Y PREDICE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103120"/>
            <a:ext cx="2788920" cy="3474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Salida esperada: Hola, soy MiniJarvis.</a:t>
            </a:r>
          </a:p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Escribir, compilar y ejecutar son acciones distintas.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¿Error de código o de entorno?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CÓDIGO · comilla, llave o punto y coma ausente; el compilador señala una zona y un mensaje.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267712"/>
            <a:ext cx="4663440" cy="2057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ENTORNO · JDK no configurado, clase equivocada o ejecución desde una ruta incorrecta.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Antes de borrar y reescribir: lee el primer diagnóstico y comprueba qué clase estás ejecutando.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Predice, ejecuta y diagnostica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Escribe un mensaje diferente al ejemplo y predice la salida exacta.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Ejecuta y contrasta predicción y resultado.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Elimina una comilla o un punto y coma y lee el diagnóstico.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Corrige solo después de explicar qué falló.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Prueba de la primera ejecución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Se identifica el código fuente ejecutado.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4431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526029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salida de consola es visible.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77190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fuente → compilación → bytecode → JVM → consola.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03605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501777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Completo: Sé que se ha ejecutado porque ____.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Comprobación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diferencia hay entre escribir, compilar y ejecutar?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TRAZABILIDAD DEL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Fuentes utilizadas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6583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2300" b="1">
                <a:solidFill>
                  <a:srgbClr val="1C2330"/>
                </a:solidFill>
                <a:latin typeface="Aptos"/>
              </a:defRPr>
            </a:pPr>
            <a:r>
              <a:t>Esta presentación selecciona y adapta contenido; no sustituye al libro ni copia el PDF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058400" cy="2331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Libro: capítulo 01 · Tema 1: código fuente y ejecución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Fichas S206-S215 y píldoras H1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Ejemplos revisados y adaptados a MiniJarvis; no se copian errores ni capturas antiguas del 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1024128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800" b="1">
                <a:solidFill>
                  <a:srgbClr val="2F5BA8"/>
                </a:solidFill>
                <a:latin typeface="Aptos"/>
              </a:defRPr>
            </a:pPr>
            <a:r>
              <a:t>Consulta el libro para ampliar, practicar y repasar errores frecuentes.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