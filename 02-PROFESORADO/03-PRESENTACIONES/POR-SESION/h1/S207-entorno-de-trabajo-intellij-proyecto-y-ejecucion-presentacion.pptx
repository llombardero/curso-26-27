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1 de 10: Qué vas a aprender</a:t>
            </a:r>
          </a:p>
          <a:p>
            <a:r>
              <a:t>Fase HEXA: Investigar — aprender lo necesario</a:t>
            </a:r>
          </a:p>
          <a:p>
            <a:r>
              <a:t>Presenta el producto y anticipa la evidencia: Guardad una evidencia de primera ejecución. Debe verse o quedar localizable el código y la salida. Añadid una frase: Sé que se ha ejecutado porque....</a:t>
            </a:r>
          </a:p>
          <a:p>
            <a:r>
              <a:t>Secuencia docente:</a:t>
            </a:r>
          </a:p>
          <a:p>
            <a:r>
              <a:t>- 45 minutos: Escribid un mensaje distinto al ejemplo. Antes de ejecutar, escribid qué esperáis ver. Luego ejecutad y comparad.</a:t>
            </a:r>
          </a:p>
          <a:p>
            <a:r>
              <a:t>Claves docentes:</a:t>
            </a:r>
          </a:p>
          <a:p>
            <a:r>
              <a:t>- Úsala antes de la primera ejecución y repítela cuando aparezca el primer error.</a:t>
            </a:r>
          </a:p>
          <a:p>
            <a:r>
              <a:t>- El recorrido básico es código fuente, compilación, ejecución y consola. Escribir es modificar Main.java. Compilar es comprobar y traducir. Ejecutar es poner en marcha. La consola es donde observamos el resultado.</a:t>
            </a:r>
          </a:p>
          <a:p>
            <a:r>
              <a:t>- Ejemplo para proyectar:</a:t>
            </a:r>
          </a:p>
          <a:p>
            <a:r>
              <a:t>- public class Main {</a:t>
            </a:r>
          </a:p>
          <a:p>
            <a:r>
              <a:t>- public static void main(String[] argumentos) {</a:t>
            </a:r>
          </a:p>
          <a:p>
            <a:r>
              <a:t>- System.out.println("MiniJarvis arranca");</a:t>
            </a:r>
          </a:p>
          <a:p>
            <a:r>
              <a:t>- }</a:t>
            </a:r>
          </a:p>
          <a:p>
            <a:r>
              <a:t>- Salida esperada:</a:t>
            </a:r>
          </a:p>
          <a:p>
            <a:r>
              <a:t>- MiniJarvis arranca</a:t>
            </a:r>
          </a:p>
          <a:p>
            <a:r>
              <a:t>- Pregunta al alumnado:</a:t>
            </a:r>
          </a:p>
          <a:p>
            <a:r>
              <a:t>- Señala dónde está el código fuente, qué ocurre antes de la consola y cómo sabes que se ha ejecutado.</a:t>
            </a:r>
          </a:p>
          <a:p>
            <a:r>
              <a:t>- Error frecuente que debes cortar:</a:t>
            </a:r>
          </a:p>
          <a:p>
            <a:r>
              <a:t>- No reescribas todo si falla. Lee el primer error y decide si es código o configuración.</a:t>
            </a:r>
          </a:p>
          <a:p>
            <a:r>
              <a:t>- El JDK aporta las herramientas necesarias para compilar y ejecutar Java. IntelliJ es el entorno de trabajo: organiza el proyecto, usa el JDK configurado y permite lanzar el programa. Si el JDK no está asociado al proyecto, el código puede ser correcto y aun así no ejecutarse.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2 de 10: Qué aprenderás y cómo lo demostrarás</a:t>
            </a:r>
          </a:p>
          <a:p>
            <a:r>
              <a:t>Fase HEXA: Investigar — aprender lo necesario</a:t>
            </a:r>
          </a:p>
          <a:p>
            <a:r>
              <a:t>- Objetivo: Al terminar, debes comprender el camino código fuente -&gt; compilación -&gt; ejecución -&gt; consola y lograr una primera ejecución.</a:t>
            </a:r>
          </a:p>
          <a:p>
            <a:r>
              <a:t>- Comprobación: Guardad una evidencia de primera ejecución. Debe verse o quedar localizable el código y la salida. Añadid una frase: Sé que se ha ejecutado porque....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3 de 10: Del archivo a la salida</a:t>
            </a:r>
          </a:p>
          <a:p>
            <a:r>
              <a:t>Fase HEXA: Investigar — aprender lo necesario</a:t>
            </a:r>
          </a:p>
          <a:p>
            <a:r>
              <a:t>Explica con predicción y ejemplo mínimo; comprueba comprensión antes de continuar.</a:t>
            </a:r>
          </a:p>
          <a:p>
            <a:r>
              <a:t>- Main.java</a:t>
            </a:r>
          </a:p>
          <a:p>
            <a:r>
              <a:t>- javac / compilación</a:t>
            </a:r>
          </a:p>
          <a:p>
            <a:r>
              <a:t>- bytecode .class</a:t>
            </a:r>
          </a:p>
          <a:p>
            <a:r>
              <a:t>- JVM / ejecución</a:t>
            </a:r>
          </a:p>
          <a:p>
            <a:r>
              <a:t>- consola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4 de 10: Ruta mínima en IntelliJ</a:t>
            </a:r>
          </a:p>
          <a:p>
            <a:r>
              <a:t>Fase HEXA: Investigar — aprender lo necesario</a:t>
            </a:r>
          </a:p>
          <a:p>
            <a:r>
              <a:t>Explica con predicción y ejemplo mínimo; comprueba comprensión antes de continuar.</a:t>
            </a:r>
          </a:p>
          <a:p>
            <a:r>
              <a:t>- JDK del proyecto</a:t>
            </a:r>
          </a:p>
          <a:p>
            <a:r>
              <a:t>- carpeta src</a:t>
            </a:r>
          </a:p>
          <a:p>
            <a:r>
              <a:t>- clase Main</a:t>
            </a:r>
          </a:p>
          <a:p>
            <a:r>
              <a:t>- botón Run</a:t>
            </a:r>
          </a:p>
          <a:p>
            <a:r>
              <a:t>- consola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5 de 10: Primer programa ejecutable</a:t>
            </a:r>
          </a:p>
          <a:p>
            <a:r>
              <a:t>Fase HEXA: Investigar — aprender lo necesario</a:t>
            </a:r>
          </a:p>
          <a:p>
            <a:r>
              <a:t>Explica con predicción y ejemplo mínimo; comprueba comprensión antes de continuar.</a:t>
            </a:r>
          </a:p>
          <a:p>
            <a:r>
              <a:t>- public class Main {</a:t>
            </a:r>
          </a:p>
          <a:p>
            <a:r>
              <a:t>    public static void main(String[] args) {</a:t>
            </a:r>
          </a:p>
          <a:p>
            <a:r>
              <a:t>        System.out.println("Hola, soy MiniJarvis.");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- Salida esperada: Hola, soy MiniJarvis.</a:t>
            </a:r>
          </a:p>
          <a:p>
            <a:r>
              <a:t>- Escribir, compilar y ejecutar son acciones distintas.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6 de 10: ¿Error de código o de entorno?</a:t>
            </a:r>
          </a:p>
          <a:p>
            <a:r>
              <a:t>Fase HEXA: Investigar — aprender lo necesario</a:t>
            </a:r>
          </a:p>
          <a:p>
            <a:r>
              <a:t>Explica con predicción y ejemplo mínimo; comprueba comprensión antes de continuar.</a:t>
            </a:r>
          </a:p>
          <a:p>
            <a:r>
              <a:t>- CÓDIGO · comilla, llave o punto y coma ausente; el compilador señala una zona y un mensaje.</a:t>
            </a:r>
          </a:p>
          <a:p>
            <a:r>
              <a:t>- ENTORNO · JDK no configurado, clase equivocada o ejecución desde una ruta incorrecta.</a:t>
            </a:r>
          </a:p>
          <a:p>
            <a:r>
              <a:t>- Antes de borrar y reescribir: lee el primer diagnóstico y comprueba qué clase estás ejecutando.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7 de 10: Predice, ejecuta y diagnostica</a:t>
            </a:r>
          </a:p>
          <a:p>
            <a:r>
              <a:t>Fase HEXA: Investigar — aprender lo necesario</a:t>
            </a:r>
          </a:p>
          <a:p>
            <a:r>
              <a:t>Entrega la consigna, observa decisiones y pide una prueba reproducible.</a:t>
            </a:r>
          </a:p>
          <a:p>
            <a:r>
              <a:t>- Escribe un mensaje diferente al ejemplo y predice la salida exacta.</a:t>
            </a:r>
          </a:p>
          <a:p>
            <a:r>
              <a:t>- Ejecuta y contrasta predicción y resultado.</a:t>
            </a:r>
          </a:p>
          <a:p>
            <a:r>
              <a:t>- Elimina una comilla o un punto y coma y lee el diagnóstico.</a:t>
            </a:r>
          </a:p>
          <a:p>
            <a:r>
              <a:t>- Corrige solo después de explicar qué falló.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8 de 10: Prueba de la primera ejecución</a:t>
            </a:r>
          </a:p>
          <a:p>
            <a:r>
              <a:t>Fase HEXA: Investigar — aprender lo necesario</a:t>
            </a:r>
          </a:p>
          <a:p>
            <a:r>
              <a:t>Comprueba la evidencia en su fuente canónica: Guardad una evidencia de primera ejecución. Debe verse o quedar localizable el código y la salida. Añadid una frase: Sé que se ha ejecutado porque....</a:t>
            </a:r>
          </a:p>
          <a:p>
            <a:r>
              <a:t>- Se identifica el código fuente ejecutado.</a:t>
            </a:r>
          </a:p>
          <a:p>
            <a:r>
              <a:t>- La salida de consola es visible.</a:t>
            </a:r>
          </a:p>
          <a:p>
            <a:r>
              <a:t>- Puedo explicar fuente → compilación → bytecode → JVM → consola.</a:t>
            </a:r>
          </a:p>
          <a:p>
            <a:r>
              <a:t>- Completo: Sé que se ha ejecutado porque ____.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9 de 10: Comprobación final</a:t>
            </a:r>
          </a:p>
          <a:p>
            <a:r>
              <a:t>Fase HEXA: Investigar — aprender lo necesario</a:t>
            </a:r>
          </a:p>
          <a:p>
            <a:r>
              <a:t>Cierra con explicación individual, prueba observable y siguiente paso concreto.</a:t>
            </a:r>
          </a:p>
          <a:p>
            <a:r>
              <a:t>- ¿Qué diferencia hay entre escribir, compilar y ejecutar?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comprender el camino código fuente -&gt; compilación -&gt; ejecución -&gt; consola y lograr una primera ejecución.</a:t>
            </a:r>
          </a:p>
          <a:p>
            <a:r>
              <a:t>Diapositiva 10 de 10: Fuentes diferenciadas</a:t>
            </a:r>
          </a:p>
          <a:p>
            <a:r>
              <a:t>Fase HEXA: Investigar — aprender lo necesario</a:t>
            </a:r>
          </a:p>
          <a:p>
            <a:r>
              <a:t>Indica al alumnado dónde ampliar el contenido y qué fragmentos se han adaptado.</a:t>
            </a:r>
          </a:p>
          <a:p>
            <a:r>
              <a:t>- Libro por hitos · Capítulo 01: fuente, compilación y ejecución</a:t>
            </a:r>
          </a:p>
          <a:p>
            <a:r>
              <a:t>- PDF Tema 1 · introducción y primeros programas</a:t>
            </a:r>
          </a:p>
          <a:p>
            <a:r>
              <a:t>- Proyecto MiniJarvis · fichas S206-S215, píldoras H1 y criterios de evidencia</a:t>
            </a:r>
          </a:p>
          <a:p>
            <a:r>
              <a:t>Fuente docente: /mnt/compartido/Programación-26-27/Minijarvis/02-PROFESORADO/02-SESIONES/h1/S207-entorno-de-trabajo-intellij-proyecto-y-ejecucion-docente.md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Qué vas a aprender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H1 — Primer asistente ejecutable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aprenderás y cómo lo demostrarás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Al terminar, debes comprender el camino código fuente -&gt; compilación -&gt; ejecución -&gt; consola y lograr una primera ejecución.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Comprobación: Guardad una evidencia de primera ejecución. Debe verse o quedar localizable el código y la salida. Añadid una frase: Sé que se ha ejecutado porque....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Del archivo a la salida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Main.java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71394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0934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8094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8094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javac / compilación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59096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8636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5796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5796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bytecode .class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46798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76338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3498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3498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JVM / ejecución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34500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2240280"/>
            <a:ext cx="1993392" cy="1874519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consola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Ruta mínima en IntelliJ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JDK del proyecto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71394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0934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8094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8094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carpeta src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59096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8636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5796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5796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clase Main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46798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76338" y="2240280"/>
            <a:ext cx="19933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3498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2F5B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3498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1C2330"/>
                </a:solidFill>
                <a:latin typeface="Aptos"/>
              </a:defRPr>
            </a:pPr>
            <a:r>
              <a:t>botón Run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34500" y="2907792"/>
            <a:ext cx="228600" cy="411480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2240280"/>
            <a:ext cx="1993392" cy="1874519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487168"/>
            <a:ext cx="1719072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971800"/>
            <a:ext cx="1719072" cy="658368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consola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Primer programa ejecutable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FFFFF"/>
                </a:solidFill>
                <a:latin typeface="Liberation Mono"/>
              </a:defRPr>
            </a:pPr>
            <a:r>
              <a:t>public class Main {</a:t>
            </a:r>
            <a:br/>
            <a:r>
              <a:t>    public static void main(String[] args) {</a:t>
            </a:r>
            <a:br/>
            <a:r>
              <a:t>        System.out.println("Hola, soy MiniJarvis.");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Salida esperada: Hola, soy MiniJarvis.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Escribir, compilar y ejecutar son acciones distintas.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CONTRASTAR PARA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¿Error de código o de entorno?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572768"/>
            <a:ext cx="566928" cy="475488"/>
          </a:xfrm>
          <a:prstGeom prst="roundRect">
            <a:avLst/>
          </a:prstGeom>
          <a:solidFill>
            <a:srgbClr val="445B80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CÓDIGO · comilla, llave o punto y coma ausente; el compilador señala una zona y un mensaje.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572768"/>
            <a:ext cx="566928" cy="47548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67712"/>
            <a:ext cx="4663440" cy="20574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ENTORNO · JDK no configurado, clase equivocada o ejecución desde una ruta incorrecta.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010912"/>
            <a:ext cx="10762488" cy="932688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30368"/>
            <a:ext cx="10204704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Antes de borrar y reescribir: lee el primer diagnóstico y comprueba qué clase estás ejecutando.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Predice, ejecuta y diagnostica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Escribe un mensaje diferente al ejemplo y predice la salida exacta.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Ejecuta y contrasta predicción y resultado.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Elimina una comilla o un punto y coma y lee el diagnóstico.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Corrige solo después de explicar qué falló.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Prueba de la primera ejecución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Se identifica el código fuente ejecutado.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431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526029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salida de consola es visible.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9018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77190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explicar fuente → compilación → bytecode → JVM → consola.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03605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501777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Completo: Sé que se ha ejecutado porque ____.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Comprobación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diferencia hay entre escribir, compilar y ejecutar?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TRAZABILIDAD DEL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Fuentes diferenciadas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207 · H1 — Primer asistente ejecutable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515600" cy="6583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2300" b="1">
                <a:solidFill>
                  <a:srgbClr val="1C2330"/>
                </a:solidFill>
                <a:latin typeface="Aptos"/>
              </a:defRPr>
            </a:pPr>
            <a:r>
              <a:t>Esta presentación selecciona y adapta contenido; no sustituye al libro ni copia el PDF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2331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Libro por hitos · Capítulo 01: fuente, compilación y ejecución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PDF Tema 1 · introducción y primeros programas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Proyecto MiniJarvis · fichas S206-S215, píldoras H1 y criterios de 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800" b="1">
                <a:solidFill>
                  <a:srgbClr val="2F5BA8"/>
                </a:solidFill>
                <a:latin typeface="Aptos"/>
              </a:defRPr>
            </a:pPr>
            <a:r>
              <a:t>Consulta el libro para ampliar, practicar y repasar errores frecuentes.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