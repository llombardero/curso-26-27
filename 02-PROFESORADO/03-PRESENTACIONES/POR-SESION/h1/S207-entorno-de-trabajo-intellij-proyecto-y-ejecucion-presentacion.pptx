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1 de 9: Del código fuente a la consola</a:t>
            </a:r>
          </a:p>
          <a:p>
            <a:r>
              <a:t>Fase HEXA: Investigar — aprender lo necesario</a:t>
            </a:r>
          </a:p>
          <a:p>
            <a:r>
              <a:t>Presenta el producto y anticipa la evidencia: Quede evidencia recuperable.</a:t>
            </a:r>
          </a:p>
          <a:p>
            <a:r>
              <a:t>Secuencia docente:</a:t>
            </a:r>
          </a:p>
          <a:p>
            <a:r>
              <a:t>- 00:00–00:04 / D1: INVESTIGAR: Recupera S206 y plantea el objetivo técnico mínimo.</a:t>
            </a:r>
          </a:p>
          <a:p>
            <a:r>
              <a:t>- 00:04–00:10 / D2: PÍLDORA DOCENTE 1/2: Dibuja la cadena y define cada pieza funcionalmente.</a:t>
            </a:r>
          </a:p>
          <a:p>
            <a:r>
              <a:t>- 00:10–00:16 / D3: DEMOSTRACIÓN: Crea/abre el proyecto y ejecuta lentamente. Señala editor y consola.</a:t>
            </a:r>
          </a:p>
          <a:p>
            <a:r>
              <a:t>- 00:16–00:27 / D4: ACTIVIDAD: Circula. Pregunta “¿qué esperabas ver?”.</a:t>
            </a:r>
          </a:p>
          <a:p>
            <a:r>
              <a:t>- 00:27–00:33 / D5: MICROINVESTIGACIÓN: Provoca un único error y modela la lectura del IDE.</a:t>
            </a:r>
          </a:p>
          <a:p>
            <a:r>
              <a:t>- 00:33–00:38 / D6: PÍLDORA DOCENTE 2/2: Consolida usando la experiencia que acaban de vivir.</a:t>
            </a:r>
          </a:p>
          <a:p>
            <a:r>
              <a:t>- 00:38–00:45 / D7: CIERRE: Pide evidencia concreta y una frase explicativa.</a:t>
            </a:r>
          </a:p>
          <a:p>
            <a:r>
              <a:t>Claves docentes:</a:t>
            </a:r>
          </a:p>
          <a:p>
            <a:r>
              <a:t>- PÍLDORA DOCENTE 1/2: Dibuja la cadena y define cada pieza funcionalmente, PÍLDORA DOCENTE 2/2: Consolida usando la experiencia que acaban de vivir.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2 de 9: Qué debe conseguirse</a:t>
            </a:r>
          </a:p>
          <a:p>
            <a:r>
              <a:t>Fase HEXA: Investigar — aprender lo necesario</a:t>
            </a:r>
          </a:p>
          <a:p>
            <a:r>
              <a:t>- Objetivo: Comprender el camino código fuente → compilación → ejecución → consola y conseguir una primera ejecución.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3 de 9: Ejemplo o demostración · 1</a:t>
            </a:r>
          </a:p>
          <a:p>
            <a:r>
              <a:t>Fase HEXA: Investigar — aprender lo necesario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Hoy investigamos el recorrido del programa — ¿Qué ocurre entre escribir Main.java y ver un mensaje en la consola?</a:t>
            </a:r>
          </a:p>
          <a:p>
            <a:r>
              <a:t>- D2 · Código → compilación → ejecución → consola — ANTES: Código fuente</a:t>
            </a:r>
          </a:p>
          <a:p>
            <a:r>
              <a:t>- Main.java</a:t>
            </a:r>
          </a:p>
          <a:p>
            <a:r>
              <a:t>- Proyecto</a:t>
            </a:r>
          </a:p>
          <a:p>
            <a:r>
              <a:t>- archivos + configuración \| AL EJECUTAR: JDK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4 de 9: Ejemplo o demostración · 2</a:t>
            </a:r>
          </a:p>
          <a:p>
            <a:r>
              <a:t>Fase HEXA: Investigar — aprender lo necesario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compila / prepara</a:t>
            </a:r>
          </a:p>
          <a:p>
            <a:r>
              <a:t>- Consola</a:t>
            </a:r>
          </a:p>
          <a:p>
            <a:r>
              <a:t>- muestra el resultado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5 de 9: Actividad central · 1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6 de 9: Actividad central · 2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7 de 9: Evidencia y comprobación</a:t>
            </a:r>
          </a:p>
          <a:p>
            <a:r>
              <a:t>Fase HEXA: Investigar — aprender lo necesario</a:t>
            </a:r>
          </a:p>
          <a:p>
            <a:r>
              <a:t>Comprueba la evidencia en su fuente canónica: Quede evidencia recuperable.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8 de 9: Seguridad y uso responsable</a:t>
            </a:r>
          </a:p>
          <a:p>
            <a:r>
              <a:t>Fase HEXA: Investigar — aprender lo necesario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Comprender el camino código fuente → compilación → ejecución → consola y conseguir una primera ejecución.</a:t>
            </a:r>
          </a:p>
          <a:p>
            <a:r>
              <a:t>Diapositiva 9 de 9: Cierre y defensa</a:t>
            </a:r>
          </a:p>
          <a:p>
            <a:r>
              <a:t>Fase HEXA: Investigar — aprender lo necesario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/mnt/compartido/Programación-26-27/Minijarvis/02-PROFESORADO/02-SESIONES/h1/S207-entorno-de-trabajo-intellij-proyecto-y-ejecucion-docente.md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Del código fuente a la consola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Investigar — aprender lo necesario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el camino código fuente → compilación → ejecución → consola y conseguir una primera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Hoy investigamos el recorrido del programa — ¿Qué ocurre entre escribir Main.java y ver un mensaje en la consola?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Código → compilación → ejecución → consola — ANTES: Código fuente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Main.java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Proyecto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archivos + configuración \| AL EJECUTAR: JDK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compila / prepara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Consola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muestra el resultado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