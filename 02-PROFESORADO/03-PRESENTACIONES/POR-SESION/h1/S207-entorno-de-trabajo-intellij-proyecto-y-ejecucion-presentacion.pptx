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Entorno de trabajo: IntelliJ, proyecto y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Crear y ejecutar un proyecto Java mínimo.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Captura o documento de primera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Diferencia entre código fuente, proyecto, JDK, compilación y ejecución.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Crear proyecto y ejecutar System.out.println("Hola").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proyecto en IntelliJ, clase Main y primer println.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alumno localiza dónde está Main.java.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Código fuente, proyecto, JDK, compilación, ejecución y consola.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Crear proyecto y ejecutar System.out.println("Hola").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Cada alumno crea y ejecuta su primer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Captura o documento de primera ejecución.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Captura o documento de primera ejecución.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alumno localiza dónde está Main.java.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