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1 de 9: Constantes, literales y operaciones</a:t>
            </a:r>
          </a:p>
          <a:p>
            <a:r>
              <a:t>Fase HEXA: Ejecutar — crear</a:t>
            </a:r>
          </a:p>
          <a:p>
            <a:r>
              <a:t>Presenta el producto y anticipa la evidencia: Quede diagnóstico.</a:t>
            </a:r>
          </a:p>
          <a:p>
            <a:r>
              <a:t>Secuencia docente:</a:t>
            </a:r>
          </a:p>
          <a:p>
            <a:r>
              <a:t>- 00:00–00:04 / D1: EJECUTAR: Pide clasificar datos estables y cambiantes.</a:t>
            </a:r>
          </a:p>
          <a:p>
            <a:r>
              <a:t>- 00:04–00:09 / D2: PÍLDORA DOCENTE 1/5: Explica que no deben cambiar durante la ejecución y por qué dan intención al código.</a:t>
            </a:r>
          </a:p>
          <a:p>
            <a:r>
              <a:t>- 00:09–00:14 / D3: PÍLDORA DOCENTE 2/5: Introduce literales de forma práctica.</a:t>
            </a:r>
          </a:p>
          <a:p>
            <a:r>
              <a:t>- 00:14–00:21 / D4: PÍLDORA DOCENTE 3/5: Explica que una operación produce un resultado que debemos usar/guardar si queremos trabajar con él.</a:t>
            </a:r>
          </a:p>
          <a:p>
            <a:r>
              <a:t>- 00:21–00:26 / D5: EXPERIMENTO: Haz predicción antes de ejecutar. Explica cociente entero vs división real.</a:t>
            </a:r>
          </a:p>
          <a:p>
            <a:r>
              <a:t>- 00:26–00:30 / D6: PÍLDORA DOCENTE 4/5: Aclara que % no significa porcentaje.</a:t>
            </a:r>
          </a:p>
          <a:p>
            <a:r>
              <a:t>- 00:30–00:34 / D7: EXPERIMENTO: Haz resolver a mano. Conecta con precedencia matemática y paréntesis.</a:t>
            </a:r>
          </a:p>
          <a:p>
            <a:r>
              <a:t>- 00:34–00:37 / D8: PÍLDORA DOCENTE 5/5: Relaciona con asignación de S210.</a:t>
            </a:r>
          </a:p>
          <a:p>
            <a:r>
              <a:t>- 00:37–00:42 / D9: ACTIVIDAD: Circula y pregunta qué entrada/datos usaron y qué esperaban.</a:t>
            </a:r>
          </a:p>
          <a:p>
            <a:r>
              <a:t>- 00:42–00:45 / D10: CIERRE: Recoge respuestas y registra errores comunes.</a:t>
            </a:r>
          </a:p>
          <a:p>
            <a:r>
              <a:t>Claves docentes:</a:t>
            </a:r>
          </a:p>
          <a:p>
            <a:r>
              <a:t>- PÍLDORA DOCENTE 1/5: Explica que no deben cambiar durante la ejecución y por qué dan intención al código, PÍLDORA DOCENTE 2/5: Introduce literales de forma práctica, PÍLDORA DOCENTE 3/5: Explica que una operación produce un resultado que debemos usar/guardar si queremos trabajar con él.</a:t>
            </a:r>
          </a:p>
          <a:p>
            <a:r>
              <a:t>- PÍLDORA DOCENTE 4/5: Aclara que % no significa porcentaje, PÍLDORA DOCENTE 5/5: Relaciona con asignación de S210.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2 de 9: Qué aprenderás y cómo lo demostrarás</a:t>
            </a:r>
          </a:p>
          <a:p>
            <a:r>
              <a:t>Fase HEXA: Ejecutar — crear</a:t>
            </a:r>
          </a:p>
          <a:p>
            <a:r>
              <a:t>- Objetivo: Aplicar constantes, literales y operaciones aritméticas con predicción y prueba.</a:t>
            </a:r>
          </a:p>
          <a:p>
            <a:r>
              <a:t>- Comprobación: Quede diagnóstico.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3 de 9: Constante, variable y literal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final String ASSISTANT_NAME = "MiniJarvis";</a:t>
            </a:r>
          </a:p>
          <a:p>
            <a:r>
              <a:t>int studyHours = 5;</a:t>
            </a:r>
          </a:p>
          <a:p>
            <a:r>
              <a:t>int minutes = studyHours * 60;</a:t>
            </a:r>
          </a:p>
          <a:p>
            <a:r>
              <a:t>System.out.println(ASSISTANT_NAME + ": " + minutes);</a:t>
            </a:r>
          </a:p>
          <a:p>
            <a:r>
              <a:t>- final impide reasignar la variable; el nombre de constante usa UPPER_SNAKE_CASE.</a:t>
            </a:r>
          </a:p>
          <a:p>
            <a:r>
              <a:t>- Los literales del ejemplo son "MiniJarvis", 5 y 60.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4 de 9: La división depende de los operandos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ENTERA · int result = 5 / 2;</a:t>
            </a:r>
          </a:p>
          <a:p>
            <a:r>
              <a:t>Resultado: 2</a:t>
            </a:r>
          </a:p>
          <a:p>
            <a:r>
              <a:t>- REAL · double result = 5 / 2.0;</a:t>
            </a:r>
          </a:p>
          <a:p>
            <a:r>
              <a:t>Resultado: 2.5</a:t>
            </a:r>
          </a:p>
          <a:p>
            <a:r>
              <a:t>- Si ambos operandos son enteros, la parte decimal no aparece.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5 de 9: Resto, precedencia y actualización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int remainder = 10 % 4;       // 2</a:t>
            </a:r>
          </a:p>
          <a:p>
            <a:r>
              <a:t>int a = 8 * 4 + 2;            // 34</a:t>
            </a:r>
          </a:p>
          <a:p>
            <a:r>
              <a:t>int b = 8 * (4 + 2);          // 48</a:t>
            </a:r>
          </a:p>
          <a:p>
            <a:r>
              <a:t>int tasks = 3;</a:t>
            </a:r>
          </a:p>
          <a:p>
            <a:r>
              <a:t>tasks += 2;                    // 5</a:t>
            </a:r>
          </a:p>
          <a:p>
            <a:r>
              <a:t>- % devuelve el resto; no calcula un porcentaje.</a:t>
            </a:r>
          </a:p>
          <a:p>
            <a:r>
              <a:t>- Los paréntesis hacen explícito qué se calcula primero.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6 de 9: Predice antes de ejecutar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Predice 7 / 2, 7 / 2.0 y 7 % 2.</a:t>
            </a:r>
          </a:p>
          <a:p>
            <a:r>
              <a:t>- Construye un microprograma con una constante, una variable y una operación.</a:t>
            </a:r>
          </a:p>
          <a:p>
            <a:r>
              <a:t>- Actualiza la variable y muestra el resultado.</a:t>
            </a:r>
          </a:p>
          <a:p>
            <a:r>
              <a:t>- Intenta reasignar la constante, lee el error y deshazlo.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7 de 9: Resultados que debes poder explicar</a:t>
            </a:r>
          </a:p>
          <a:p>
            <a:r>
              <a:t>Fase HEXA: Ejecutar — crear</a:t>
            </a:r>
          </a:p>
          <a:p>
            <a:r>
              <a:t>Comprueba la evidencia en su fuente canónica: Quede diagnóstico.</a:t>
            </a:r>
          </a:p>
          <a:p>
            <a:r>
              <a:t>- Distingo variable, constante y literal.</a:t>
            </a:r>
          </a:p>
          <a:p>
            <a:r>
              <a:t>- Explico división entera y real.</a:t>
            </a:r>
          </a:p>
          <a:p>
            <a:r>
              <a:t>- Explico qué devuelve %.</a:t>
            </a:r>
          </a:p>
          <a:p>
            <a:r>
              <a:t>- Justifico un resultado con precedencia y paréntesis.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8 de 9: Salida diagnóstica</a:t>
            </a:r>
          </a:p>
          <a:p>
            <a:r>
              <a:t>Fase HEXA: Ejecutar — crear</a:t>
            </a:r>
          </a:p>
          <a:p>
            <a:r>
              <a:t>Cierra con explicación individual, prueba observable y siguiente paso concreto.</a:t>
            </a:r>
          </a:p>
          <a:p>
            <a:r>
              <a:t>- Sin ejecutar: ¿qué producen 5 / 2, 5 / 2.0 y 10 % 4, y por qué?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9 de 9: Fuentes utilizadas</a:t>
            </a:r>
          </a:p>
          <a:p>
            <a:r>
              <a:t>Fase HEXA: Ejecutar — crear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Libro: capítulo 02 · Tema 1: constantes, literales y operadores</a:t>
            </a:r>
          </a:p>
          <a:p>
            <a:r>
              <a:t>- Fichas S206-S215 y píldoras H1</a:t>
            </a:r>
          </a:p>
          <a:p>
            <a:r>
              <a:t>- Ejemplos revisados y adaptados a MiniJarvis; no se copian errores ni capturas antiguas del PDF.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Constantes, literales y operaciones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Aplicar constantes, literales y operaciones aritméticas con predicción y prueba.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Quede diagnóstico.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Constante, variable y literal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FFFFFF"/>
                </a:solidFill>
                <a:latin typeface="Liberation Mono"/>
              </a:defRPr>
            </a:pPr>
            <a:r>
              <a:t>final String ASSISTANT_NAME = "MiniJarvis";</a:t>
            </a:r>
            <a:br/>
            <a:r>
              <a:t>int studyHours = 5;</a:t>
            </a:r>
            <a:br/>
            <a:r>
              <a:t>int minutes = studyHours * 60;</a:t>
            </a:r>
            <a:br/>
            <a:r>
              <a:t>System.out.println(ASSISTANT_NAME + ": " + minutes);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final impide reasignar la variable; el nombre de constante usa UPPER_SNAKE_CASE.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Los literales del ejemplo son "MiniJarvis", 5 y 60.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La división depende de los operandos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ENTERA · int result = 5 / 2;</a:t>
            </a:r>
            <a:br/>
            <a:r>
              <a:t>Resultado: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REAL · double result = 5 / 2.0;</a:t>
            </a:r>
            <a:br/>
            <a:r>
              <a:t>Resultado: 2.5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Si ambos operandos son enteros, la parte decimal no aparece.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Resto, precedencia y actualización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800">
                <a:solidFill>
                  <a:srgbClr val="FFFFFF"/>
                </a:solidFill>
                <a:latin typeface="Liberation Mono"/>
              </a:defRPr>
            </a:pPr>
            <a:r>
              <a:t>int remainder = 10 % 4;       // 2</a:t>
            </a:r>
            <a:br/>
            <a:r>
              <a:t>int a = 8 * 4 + 2;            // 34</a:t>
            </a:r>
            <a:br/>
            <a:r>
              <a:t>int b = 8 * (4 + 2);          // 48</a:t>
            </a:r>
            <a:br/>
            <a:r>
              <a:t>int tasks = 3;</a:t>
            </a:r>
            <a:br/>
            <a:r>
              <a:t>tasks += 2;                    //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% devuelve el resto; no calcula un porcentaje.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Los paréntesis hacen explícito qué se calcula primero.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Predice antes de ejecutar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7 / 2, 7 / 2.0 y 7 %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Construye un microprograma con una constante, una variable y una operación.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 la variable y muestra el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Intenta reasignar la constante, lee el error y deshazlo.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Resultados que debes poder explicar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Distingo variable, constante y literal.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Explico división entera y real.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Explico qué devuelve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Justifico un resultado con precedencia y paréntesis.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Salida diagnóstica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Sin ejecutar: ¿qué producen 5 / 2, 5 / 2.0 y 10 % 4,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utilizadas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Libro: capítulo 02 · Tema 1: constantes, literales y operadores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Fichas S206-S215 y píldoras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Ejemplos revisados y adaptados a MiniJarvis; no se copian errores ni capturas antiguas del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