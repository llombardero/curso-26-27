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Diferenciar variable y constante.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con al menos una constante bien usada.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constante representa un dato que no debe cambiar durante la ejecución.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final String ASSISTANT_NAME = "MiniJarvis";.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Añadir ASSISTANT_NAME y COURSE_YEAR.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dato de nuestro programa debería ser constante?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final, nombres claros y datos que no deberían cambiar.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final String ASSISTANT_NAME = "MiniJarvis";.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Añadir nombre del asistente y año como constantes.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con al menos una constante bien usada.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dato de nuestro programa debería ser constante?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