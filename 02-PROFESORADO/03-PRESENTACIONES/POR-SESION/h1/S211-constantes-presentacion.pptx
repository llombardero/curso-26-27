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Aplicar constantes, literales y operaciones aritméticas con predicción y prueba.</a:t>
            </a:r>
          </a:p>
          <a:p>
            <a:r>
              <a:t>Diapositiva 1 de 9: Constantes, literales y operaciones</a:t>
            </a:r>
          </a:p>
          <a:p>
            <a:r>
              <a:t>Fase HEXA: Ejecutar — crear</a:t>
            </a:r>
          </a:p>
          <a:p>
            <a:r>
              <a:t>Presenta el producto y anticipa la evidencia: Quede diagnóstico.</a:t>
            </a:r>
          </a:p>
          <a:p>
            <a:r>
              <a:t>Secuencia docente:</a:t>
            </a:r>
          </a:p>
          <a:p>
            <a:r>
              <a:t>- 00:00–00:04 / D1: EJECUTAR: Pide clasificar datos estables y cambiantes.</a:t>
            </a:r>
          </a:p>
          <a:p>
            <a:r>
              <a:t>- 00:04–00:09 / D2: PÍLDORA DOCENTE 1/5: Explica que no deben cambiar durante la ejecución y por qué dan intención al código.</a:t>
            </a:r>
          </a:p>
          <a:p>
            <a:r>
              <a:t>- 00:09–00:14 / D3: PÍLDORA DOCENTE 2/5: Introduce literales de forma práctica.</a:t>
            </a:r>
          </a:p>
          <a:p>
            <a:r>
              <a:t>- 00:14–00:21 / D4: PÍLDORA DOCENTE 3/5: Explica que una operación produce un resultado que debemos usar/guardar si queremos trabajar con él.</a:t>
            </a:r>
          </a:p>
          <a:p>
            <a:r>
              <a:t>- 00:21–00:26 / D5: EXPERIMENTO: Haz predicción antes de ejecutar. Explica cociente entero vs división real.</a:t>
            </a:r>
          </a:p>
          <a:p>
            <a:r>
              <a:t>- 00:26–00:30 / D6: PÍLDORA DOCENTE 4/5: Aclara que % no significa porcentaje.</a:t>
            </a:r>
          </a:p>
          <a:p>
            <a:r>
              <a:t>- 00:30–00:34 / D7: EXPERIMENTO: Haz resolver a mano. Conecta con precedencia matemática y paréntesis.</a:t>
            </a:r>
          </a:p>
          <a:p>
            <a:r>
              <a:t>- 00:34–00:37 / D8: PÍLDORA DOCENTE 5/5: Relaciona con asignación de S210.</a:t>
            </a:r>
          </a:p>
          <a:p>
            <a:r>
              <a:t>- 00:37–00:42 / D9: ACTIVIDAD: Circula y pregunta qué entrada/datos usaron y qué esperaban.</a:t>
            </a:r>
          </a:p>
          <a:p>
            <a:r>
              <a:t>- 00:42–00:45 / D10: CIERRE: Recoge respuestas y registra errores comunes.</a:t>
            </a:r>
          </a:p>
          <a:p>
            <a:r>
              <a:t>Claves docentes:</a:t>
            </a:r>
          </a:p>
          <a:p>
            <a:r>
              <a:t>- PÍLDORA DOCENTE 1/5: Explica que no deben cambiar durante la ejecución y por qué dan intención al código, PÍLDORA DOCENTE 2/5: Introduce literales de forma práctica, PÍLDORA DOCENTE 3/5: Explica que una operación produce un resultado que debemos usar/guardar si queremos trabajar con él.</a:t>
            </a:r>
          </a:p>
          <a:p>
            <a:r>
              <a:t>- PÍLDORA DOCENTE 4/5: Aclara que % no significa porcentaje, PÍLDORA DOCENTE 5/5: Relaciona con asignación de S210.</a:t>
            </a:r>
          </a:p>
          <a:p>
            <a:r>
              <a:t>Fuente docente: /mnt/compartido/Programación-26-27/Minijarvis/02-PROFESORADO/02-SESIONES/h1/S211-constantes-docente.md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Aplicar constantes, literales y operaciones aritméticas con predicción y prueba.</a:t>
            </a:r>
          </a:p>
          <a:p>
            <a:r>
              <a:t>Diapositiva 2 de 9: Qué debe conseguirse</a:t>
            </a:r>
          </a:p>
          <a:p>
            <a:r>
              <a:t>Fase HEXA: Ejecutar — crear</a:t>
            </a:r>
          </a:p>
          <a:p>
            <a:r>
              <a:t>- Objetivo: Aplicar constantes, literales y operaciones aritméticas con predicción y prueba.</a:t>
            </a:r>
          </a:p>
          <a:p>
            <a:r>
              <a:t>- Al terminar: señala la evidencia, explica qué demuestra y reproduce la prueba.</a:t>
            </a:r>
          </a:p>
          <a:p>
            <a:r>
              <a:t>Fuente docente: /mnt/compartido/Programación-26-27/Minijarvis/02-PROFESORADO/02-SESIONES/h1/S211-constantes-docente.md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Aplicar constantes, literales y operaciones aritméticas con predicción y prueba.</a:t>
            </a:r>
          </a:p>
          <a:p>
            <a:r>
              <a:t>Diapositiva 3 de 9: Ejemplo o demostración · 1</a:t>
            </a:r>
          </a:p>
          <a:p>
            <a:r>
              <a:t>Fase HEXA: Ejecutar — crear</a:t>
            </a:r>
          </a:p>
          <a:p>
            <a:r>
              <a:t>Modela el ejemplo sin resolver la actividad completa; pide una predicción antes de ejecutar.</a:t>
            </a:r>
          </a:p>
          <a:p>
            <a:r>
              <a:t>- D1 · ¿Qué datos deberían cambiar? — Nombre del asistente · curso · horas de estudio · contador de tareas</a:t>
            </a:r>
          </a:p>
          <a:p>
            <a:r>
              <a:t>- D2 · Constantes con final — final String ASSISTANT_NAME = "MiniJarvis";</a:t>
            </a:r>
          </a:p>
          <a:p>
            <a:r>
              <a:t>- final int START_YEAR = 2026;</a:t>
            </a:r>
          </a:p>
          <a:p>
            <a:r>
              <a:t>- D3 · Literal = valor escrito directamente — NÚMEROS: 5 / 3.5 \| TEXTO/CARÁCTER: "Hola" / 'A' \| LÓGICO: true / false</a:t>
            </a:r>
          </a:p>
          <a:p>
            <a:r>
              <a:t>- D4 · Operadores aritméticos — + suma</a:t>
            </a:r>
          </a:p>
          <a:p>
            <a:r>
              <a:t>Fuente docente: /mnt/compartido/Programación-26-27/Minijarvis/02-PROFESORADO/02-SESIONES/h1/S211-constantes-docente.md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Aplicar constantes, literales y operaciones aritméticas con predicción y prueba.</a:t>
            </a:r>
          </a:p>
          <a:p>
            <a:r>
              <a:t>Diapositiva 4 de 9: Ejemplo o demostración · 2</a:t>
            </a:r>
          </a:p>
          <a:p>
            <a:r>
              <a:t>Fase HEXA: Ejecutar — crear</a:t>
            </a:r>
          </a:p>
          <a:p>
            <a:r>
              <a:t>Modela el ejemplo sin resolver la actividad completa; pide una predicción antes de ejecutar.</a:t>
            </a:r>
          </a:p>
          <a:p>
            <a:r>
              <a:t>- resta</a:t>
            </a:r>
          </a:p>
          <a:p>
            <a:r>
              <a:t>- \* multiplicación</a:t>
            </a:r>
          </a:p>
          <a:p>
            <a:r>
              <a:t>- / división o cociente</a:t>
            </a:r>
          </a:p>
          <a:p>
            <a:r>
              <a:t>Fuente docente: /mnt/compartido/Programación-26-27/Minijarvis/02-PROFESORADO/02-SESIONES/h1/S211-constantes-docente.md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Aplicar constantes, literales y operaciones aritméticas con predicción y prueba.</a:t>
            </a:r>
          </a:p>
          <a:p>
            <a:r>
              <a:t>Diapositiva 5 de 9: Actividad central · 1</a:t>
            </a:r>
          </a:p>
          <a:p>
            <a:r>
              <a:t>Fase HEXA: Ejecutar — crear</a:t>
            </a:r>
          </a:p>
          <a:p>
            <a:r>
              <a:t>Entrega la consigna, observa decisiones y pide una prueba reproducible.</a:t>
            </a:r>
          </a:p>
          <a:p>
            <a:r>
              <a:t>- Predice antes de ejecutar cuando haya código.</a:t>
            </a:r>
          </a:p>
          <a:p>
            <a:r>
              <a:t>- Realiza la micropráctica o modificación prevista.</a:t>
            </a:r>
          </a:p>
          <a:p>
            <a:r>
              <a:t>- Prueba el caso normal y, cuando exista una decisión o conversión, también el caso alternativo o erróneo.</a:t>
            </a:r>
          </a:p>
          <a:p>
            <a:r>
              <a:t>- Conserva el código o resultado en el repositorio o espacio indicado.</a:t>
            </a:r>
          </a:p>
          <a:p>
            <a:r>
              <a:t>Fuente docente: /mnt/compartido/Programación-26-27/Minijarvis/02-PROFESORADO/02-SESIONES/h1/S211-constantes-docente.md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Aplicar constantes, literales y operaciones aritméticas con predicción y prueba.</a:t>
            </a:r>
          </a:p>
          <a:p>
            <a:r>
              <a:t>Diapositiva 6 de 9: Actividad central · 2</a:t>
            </a:r>
          </a:p>
          <a:p>
            <a:r>
              <a:t>Fase HEXA: Ejecutar — crear</a:t>
            </a:r>
          </a:p>
          <a:p>
            <a:r>
              <a:t>Entrega la consigna, observa decisiones y pide una prueba reproducible.</a:t>
            </a:r>
          </a:p>
          <a:p>
            <a:r>
              <a:t>- Registra una sola entrada en el diario individual; no crees un informe paralelo.</a:t>
            </a:r>
          </a:p>
          <a:p>
            <a:r>
              <a:t>- ¿Qué puedes señalar, explicar y probar al terminar este checkpoint?</a:t>
            </a:r>
          </a:p>
          <a:p>
            <a:r>
              <a:t>Fuente docente: /mnt/compartido/Programación-26-27/Minijarvis/02-PROFESORADO/02-SESIONES/h1/S211-constantes-docente.md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Aplicar constantes, literales y operaciones aritméticas con predicción y prueba.</a:t>
            </a:r>
          </a:p>
          <a:p>
            <a:r>
              <a:t>Diapositiva 7 de 9: Evidencia y comprobación</a:t>
            </a:r>
          </a:p>
          <a:p>
            <a:r>
              <a:t>Fase HEXA: Ejecutar — crear</a:t>
            </a:r>
          </a:p>
          <a:p>
            <a:r>
              <a:t>Comprueba la evidencia en su fuente canónica: Quede diagnóstico.</a:t>
            </a:r>
          </a:p>
          <a:p>
            <a:r>
              <a:t>- conserva el código o la prueba en el lugar indicado por la sesión;</a:t>
            </a:r>
          </a:p>
          <a:p>
            <a:r>
              <a:t>- añade una sola entrada al diario individual con prueba, bloqueo y siguiente paso;</a:t>
            </a:r>
          </a:p>
          <a:p>
            <a:r>
              <a:t>- no copies la misma reflexión en otro documento; el Site personal seleccionará evidencias al cerrar H1.</a:t>
            </a:r>
          </a:p>
          <a:p>
            <a:r>
              <a:t>Fuente docente: /mnt/compartido/Programación-26-27/Minijarvis/02-PROFESORADO/02-SESIONES/h1/S211-constantes-docente.md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Aplicar constantes, literales y operaciones aritméticas con predicción y prueba.</a:t>
            </a:r>
          </a:p>
          <a:p>
            <a:r>
              <a:t>Diapositiva 8 de 9: Seguridad y uso responsable</a:t>
            </a:r>
          </a:p>
          <a:p>
            <a:r>
              <a:t>Fase HEXA: Ejecutar — crear</a:t>
            </a:r>
          </a:p>
          <a:p>
            <a:r>
              <a:t>Recuerda estos límites antes de que el alumnado comparta o publique:</a:t>
            </a:r>
          </a:p>
          <a:p>
            <a:r>
              <a:t>- Usa datos ficticios y no publiques credenciales ni información personal.</a:t>
            </a:r>
          </a:p>
          <a:p>
            <a:r>
              <a:t>- Si utilizas IA de forma sustantiva, registra propósito, propuesta, cambios propios y validación en el registro de IA del hito.</a:t>
            </a:r>
          </a:p>
          <a:p>
            <a:r>
              <a:t>Fuente docente: /mnt/compartido/Programación-26-27/Minijarvis/02-PROFESORADO/02-SESIONES/h1/S211-constantes-docente.md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Aplicar constantes, literales y operaciones aritméticas con predicción y prueba.</a:t>
            </a:r>
          </a:p>
          <a:p>
            <a:r>
              <a:t>Diapositiva 9 de 9: Cierre y defensa</a:t>
            </a:r>
          </a:p>
          <a:p>
            <a:r>
              <a:t>Fase HEXA: Ejecutar — crear</a:t>
            </a:r>
          </a:p>
          <a:p>
            <a:r>
              <a:t>Cierra con explicación individual, prueba observable y siguiente paso concreto.</a:t>
            </a:r>
          </a:p>
          <a:p>
            <a:r>
              <a:t>- ¿Qué puedes señalar, explicar y probar al terminar este checkpoint?</a:t>
            </a:r>
          </a:p>
          <a:p>
            <a:r>
              <a:t>Fuente docente: /mnt/compartido/Programación-26-27/Minijarvis/02-PROFESORADO/02-SESIONES/h1/S211-constantes-docente.md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Constantes, literales y operaciones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— Primer MiniJarvis · Fase HEXA: Ejecutar — crear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con contraste por parejas o equipo cuando la práctica lo requiera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Aplicar constantes, literales y operaciones aritméticas con predicción y prueba.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Al terminar: señala la evidencia, explica qué demuestra y reproduce la prueba.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D1 · ¿Qué datos deberían cambiar? — Nombre del asistente · curso · horas de estudio · contador de tareas</a:t>
            </a:r>
          </a:p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D2 · Constantes con final — final String ASSISTANT_NAME = "MiniJarvis";</a:t>
            </a:r>
          </a:p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final int START_YEAR = 2026;</a:t>
            </a:r>
          </a:p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D3 · Literal = valor escrito directamente — NÚMEROS: 5 / 3.5 \| TEXTO/CARÁCTER: "Hola" / 'A' \| LÓGICO: true / false</a:t>
            </a:r>
          </a:p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D4 · Operadores aritméticos — + suma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resta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\* multiplicación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/ división o cociente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Predice antes de ejecutar cuando haya código.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la micropráctica o modificación prevista.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Prueba el caso normal y, cuando exista una decisión o conversión, también el caso alternativo o erróneo.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Conserva el código o resultado en el repositorio o espacio indicado.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Registra una sola entrada en el diario individual; no crees un informe paralelo.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¿Qué puedes señalar, explicar y probar al terminar este checkpoint?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conserva el código o la prueba en el lugar indicado por la sesión;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95960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941319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añade una sola entrada al diario individual con prueba, bloqueo y siguiente paso;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62076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460248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copies la misma reflexión en otro documento; el Site personal seleccionará evidencias al cerrar H1.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409651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Usa datos ficticios y no publiques credenciales ni información personal.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409651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de forma sustantiva, registra propósito, propuesta, cambios propios y validación en el registro de IA del hito.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211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puedes señalar, explicar y probar al terminar este checkpoint?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