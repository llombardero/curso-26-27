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Limpieza, nombres claros y simplicidad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Mejorar legibilidad sin añadir complejidad.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H1 limpio, simple y ejecutable.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Código limpio en H1 significa que se entiende, no que sea avanzado.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Renombra x a userName y compara legibilidad.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el código H1 con una checklist sencilla.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parte sobra o no sabes explicar?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Código limpio inicial: nombres, orden, comentarios útiles y ausencia de adornos.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Renombra x a userName y compara legibilidad.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nombres, orden y comentarios.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H1 limpio, simple y ejecutable.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parte sobra o no sabes explicar?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