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1 de 9: Comparaciones, lógica y decisiones</a:t>
            </a:r>
          </a:p>
          <a:p>
            <a:r>
              <a:t>Fase HEXA: Ejecutar — crear</a:t>
            </a:r>
          </a:p>
          <a:p>
            <a:r>
              <a:t>Presenta el producto y anticipa la evidencia: Quede una mejora concreta.</a:t>
            </a:r>
          </a:p>
          <a:p>
            <a:r>
              <a:t>Secuencia docente:</a:t>
            </a:r>
          </a:p>
          <a:p>
            <a:r>
              <a:t>- 00:00–00:04 / D1: EJECUTAR: Busca que aparezca true.</a:t>
            </a:r>
          </a:p>
          <a:p>
            <a:r>
              <a:t>- 00:04–00:10 / D2: PÍLDORA DOCENTE 1/6: Explica comparadores y diferencia =/==. Recuerda que Tema 1 no usa == para comparar String.</a:t>
            </a:r>
          </a:p>
          <a:p>
            <a:r>
              <a:t>- 00:10–00:14 / D3: MICROPRÁCTICA: Modela el boolean como dato almacenado.</a:t>
            </a:r>
          </a:p>
          <a:p>
            <a:r>
              <a:t>- 00:14–00:20 / D4: PÍLDORA DOCENTE 2/6: Usa situaciones verbales y muy pocas combinaciones.</a:t>
            </a:r>
          </a:p>
          <a:p>
            <a:r>
              <a:t>- 00:20–00:23 / D5: MICROPRÁCTICA: Pregunta en lenguaje natural qué significa cada expresión.</a:t>
            </a:r>
          </a:p>
          <a:p>
            <a:r>
              <a:t>- 00:23–00:26 / D6: PÍLDORA DOCENTE 3/6: Construye el puente conceptual.</a:t>
            </a:r>
          </a:p>
          <a:p>
            <a:r>
              <a:t>- 00:26–00:32 / D7: PÍLDORA DOCENTE 4/6: Explica llaves, condición y ramas. Ejecuta con dos valores.</a:t>
            </a:r>
          </a:p>
          <a:p>
            <a:r>
              <a:t>- 00:32–00:35 / D8: PRUEBA: Exige predicción y las dos pruebas.</a:t>
            </a:r>
          </a:p>
          <a:p>
            <a:r>
              <a:t>- 00:35–00:38 / D9: PÍLDORA DOCENTE 5/6: Solo enseña a leer la idea. No conviertas H1 en una sesión de condicionales complejos.</a:t>
            </a:r>
          </a:p>
          <a:p>
            <a:r>
              <a:t>- 00:38–00:40 / D10: PÍLDORA DOCENTE 6/6: Muestra equivalencia con una elección de valor sencilla. No digas que sustituye a cualquier if.</a:t>
            </a:r>
          </a:p>
          <a:p>
            <a:r>
              <a:t>- 00:40–00:43 / D11: ACTIVIDAD: Circula; reduce condiciones complejas a preguntas sí/no.</a:t>
            </a:r>
          </a:p>
          <a:p>
            <a:r>
              <a:t>- 00:43–00:45 / D12: CIERRE: Conecta con mantenibilidad y preparación de documentación.</a:t>
            </a:r>
          </a:p>
          <a:p>
            <a:r>
              <a:t>Claves docentes:</a:t>
            </a:r>
          </a:p>
          <a:p>
            <a:r>
              <a:t>- PÍLDORA DOCENTE 1/6: Explica comparadores y diferencia =/==. Recuerda que Tema 1 no usa == para comparar String, PÍLDORA DOCENTE 2/6: Usa situaciones verbales y muy pocas combinaciones, PÍLDORA DOCENTE 3/6: Construye el puente conceptual, PÍLDORA DOCENTE 4/6: Explica llaves, condición y ramas. Ejecuta con dos valores.</a:t>
            </a:r>
          </a:p>
          <a:p>
            <a:r>
              <a:t>- PÍLDORA DOCENTE 5/6: Solo enseña a leer la idea. No conviertas H1 en una sesión de condicionales complejos, PÍLDORA DOCENTE 6/6: Muestra equivalencia con una elección de valor sencilla. No digas que sustituye a cualquier if.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2 de 9: Qué debe conseguirse</a:t>
            </a:r>
          </a:p>
          <a:p>
            <a:r>
              <a:t>Fase HEXA: Ejecutar — crear</a:t>
            </a:r>
          </a:p>
          <a:p>
            <a:r>
              <a:t>- Objetivo: Construir booleanos, combinarlos y usarlos en if/else; reconocer anidamiento y asignación condicional.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3 de 9: Ejemplo o demostración · 1</a:t>
            </a:r>
          </a:p>
          <a:p>
            <a:r>
              <a:t>Fase HEXA: Ejecutar — crear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¿Qué devuelve 5 \&gt; 3? — No devuelve 5 ni 3.</a:t>
            </a:r>
          </a:p>
          <a:p>
            <a:r>
              <a:t>- Devuelve una respuesta lógica.</a:t>
            </a:r>
          </a:p>
          <a:p>
            <a:r>
              <a:t>- D2 · Comparar produce boolean — IGUAL / DISTINTO: == / != \| ORDEN: \ \&gt;= \| RESULTADO: true / false</a:t>
            </a:r>
          </a:p>
          <a:p>
            <a:r>
              <a:t>- D3 · Guarda el resultado de comparar — int hours = 5;</a:t>
            </a:r>
          </a:p>
          <a:p>
            <a:r>
              <a:t>- boolean enough = hours \&gt;= 4;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4 de 9: Ejemplo o demostración · 2</a:t>
            </a:r>
          </a:p>
          <a:p>
            <a:r>
              <a:t>Fase HEXA: Ejecutar — crear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System.out.println(enough);</a:t>
            </a:r>
          </a:p>
          <a:p>
            <a:r>
              <a:t>- D4 · AND, OR, NOT — &amp;&amp;: true si se cumplen las dos condiciones \| \|\|: true si se cumple al menos una \| !: invierte true ↔ false</a:t>
            </a:r>
          </a:p>
          <a:p>
            <a:r>
              <a:t>- D5 · Combina condiciones — boolean canStart = hasName &amp;&amp; hasGoal;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5 de 9: Actividad central · 1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6 de 9: Actividad central · 2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7 de 9: Evidencia y comprobación</a:t>
            </a:r>
          </a:p>
          <a:p>
            <a:r>
              <a:t>Fase HEXA: Ejecutar — crear</a:t>
            </a:r>
          </a:p>
          <a:p>
            <a:r>
              <a:t>Comprueba la evidencia en su fuente canónica: Quede una mejora concreta.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8 de 9: Seguridad y uso responsable</a:t>
            </a:r>
          </a:p>
          <a:p>
            <a:r>
              <a:t>Fase HEXA: Ejecutar — crear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Construir booleanos, combinarlos y usarlos en if/else; reconocer anidamiento y asignación condicional.</a:t>
            </a:r>
          </a:p>
          <a:p>
            <a:r>
              <a:t>Diapositiva 9 de 9: Cierre y defensa</a:t>
            </a:r>
          </a:p>
          <a:p>
            <a:r>
              <a:t>Fase HEXA: Ejecutar — crear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/mnt/compartido/Programación-26-27/Minijarvis/02-PROFESORADO/02-SESIONES/h1/S213-limpieza-nombres-claros-y-simplicidad-docente.md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Comparaciones, lógica y decisiones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Ejecutar — crear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Construir booleanos, combinarlos y usarlos en if/else; reconocer anidamiento y asignación condicional.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D1 · ¿Qué devuelve 5 \&gt; 3? — No devuelve 5 ni 3.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Devuelve una respuesta lógica.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D2 · Comparar produce boolean — IGUAL / DISTINTO: == / != \| ORDEN: \ \&gt;= \| RESULTADO: true / false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D3 · Guarda el resultado de comparar — int hours = 5;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boolean enough = hours \&gt;= 4;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System.out.println(enough);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D4 · AND, OR, NOT — &amp;&amp;: true si se cumplen las dos condiciones \| \|\|: true si se cumple al menos una \| !: invierte true ↔ false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D5 · Combina condiciones — boolean canStart = hasName &amp;&amp; hasGoal;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