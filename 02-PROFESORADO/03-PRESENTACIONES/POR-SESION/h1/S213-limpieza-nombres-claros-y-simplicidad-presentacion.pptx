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Construir booleanos, combinarlos y usarlos en if/else; reconocer anidamiento y asignación condicional.</a:t>
            </a:r>
          </a:p>
          <a:p>
            <a:r>
              <a:t>Diapositiva 1 de 11: Comparaciones, lógica y decisiones</a:t>
            </a:r>
          </a:p>
          <a:p>
            <a:r>
              <a:t>Fase HEXA: Ejecutar — crear</a:t>
            </a:r>
          </a:p>
          <a:p>
            <a:r>
              <a:t>Presenta el producto y anticipa la evidencia: Quede una mejora concreta.</a:t>
            </a:r>
          </a:p>
          <a:p>
            <a:r>
              <a:t>Secuencia docente:</a:t>
            </a:r>
          </a:p>
          <a:p>
            <a:r>
              <a:t>- 00:00–00:04 / D1: EJECUTAR: Busca que aparezca true.</a:t>
            </a:r>
          </a:p>
          <a:p>
            <a:r>
              <a:t>- 00:04–00:10 / D2: PÍLDORA DOCENTE 1/6: Explica comparadores y diferencia =/==. Recuerda que Tema 1 no usa == para comparar String.</a:t>
            </a:r>
          </a:p>
          <a:p>
            <a:r>
              <a:t>- 00:10–00:14 / D3: MICROPRÁCTICA: Modela el boolean como dato almacenado.</a:t>
            </a:r>
          </a:p>
          <a:p>
            <a:r>
              <a:t>- 00:14–00:20 / D4: PÍLDORA DOCENTE 2/6: Usa situaciones verbales y muy pocas combinaciones.</a:t>
            </a:r>
          </a:p>
          <a:p>
            <a:r>
              <a:t>- 00:20–00:23 / D5: MICROPRÁCTICA: Pregunta en lenguaje natural qué significa cada expresión.</a:t>
            </a:r>
          </a:p>
          <a:p>
            <a:r>
              <a:t>- 00:23–00:26 / D6: PÍLDORA DOCENTE 3/6: Construye el puente conceptual.</a:t>
            </a:r>
          </a:p>
          <a:p>
            <a:r>
              <a:t>- 00:26–00:32 / D7: PÍLDORA DOCENTE 4/6: Explica llaves, condición y ramas. Ejecuta con dos valores.</a:t>
            </a:r>
          </a:p>
          <a:p>
            <a:r>
              <a:t>- 00:32–00:35 / D8: PRUEBA: Exige predicción y las dos pruebas.</a:t>
            </a:r>
          </a:p>
          <a:p>
            <a:r>
              <a:t>- 00:35–00:38 / D9: PÍLDORA DOCENTE 5/6: Solo enseña a leer la idea. No conviertas H1 en una sesión de condicionales complejos.</a:t>
            </a:r>
          </a:p>
          <a:p>
            <a:r>
              <a:t>- 00:38–00:40 / D10: PÍLDORA DOCENTE 6/6: Muestra equivalencia con una elección de valor sencilla. No digas que sustituye a cualquier if.</a:t>
            </a:r>
          </a:p>
          <a:p>
            <a:r>
              <a:t>- 00:40–00:43 / D11: ACTIVIDAD: Circula; reduce condiciones complejas a preguntas sí/no.</a:t>
            </a:r>
          </a:p>
          <a:p>
            <a:r>
              <a:t>- 00:43–00:45 / D12: CIERRE: Conecta con mantenibilidad y preparación de documentación.</a:t>
            </a:r>
          </a:p>
          <a:p>
            <a:r>
              <a:t>Claves docentes:</a:t>
            </a:r>
          </a:p>
          <a:p>
            <a:r>
              <a:t>- PÍLDORA DOCENTE 1/6: Explica comparadores y diferencia =/==. Recuerda que Tema 1 no usa == para comparar String, PÍLDORA DOCENTE 2/6: Usa situaciones verbales y muy pocas combinaciones, PÍLDORA DOCENTE 3/6: Construye el puente conceptual, PÍLDORA DOCENTE 4/6: Explica llaves, condición y ramas. Ejecuta con dos valores.</a:t>
            </a:r>
          </a:p>
          <a:p>
            <a:r>
              <a:t>- PÍLDORA DOCENTE 5/6: Solo enseña a leer la idea. No conviertas H1 en una sesión de condicionales complejos, PÍLDORA DOCENTE 6/6: Muestra equivalencia con una elección de valor sencilla. No digas que sustituye a cualquier if.</a:t>
            </a:r>
          </a:p>
          <a:p>
            <a:r>
              <a:t>Fuente docente: /mnt/compartido/Programación-26-27/Minijarvis/02-PROFESORADO/02-SESIONES/h1/S213-limpieza-nombres-claros-y-simplicidad-docente.md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Construir booleanos, combinarlos y usarlos en if/else; reconocer anidamiento y asignación condicional.</a:t>
            </a:r>
          </a:p>
          <a:p>
            <a:r>
              <a:t>Diapositiva 2 de 11: Qué aprenderás y cómo lo demostrarás</a:t>
            </a:r>
          </a:p>
          <a:p>
            <a:r>
              <a:t>Fase HEXA: Ejecutar — crear</a:t>
            </a:r>
          </a:p>
          <a:p>
            <a:r>
              <a:t>- Objetivo: Construir booleanos, combinarlos y usarlos en if/else; reconocer anidamiento y asignación condicional.</a:t>
            </a:r>
          </a:p>
          <a:p>
            <a:r>
              <a:t>- Comprobación: Quede una mejora concreta.</a:t>
            </a:r>
          </a:p>
          <a:p>
            <a:r>
              <a:t>Fuente docente: /mnt/compartido/Programación-26-27/Minijarvis/02-PROFESORADO/02-SESIONES/h1/S213-limpieza-nombres-claros-y-simplicidad-docente.md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Construir booleanos, combinarlos y usarlos en if/else; reconocer anidamiento y asignación condicional.</a:t>
            </a:r>
          </a:p>
          <a:p>
            <a:r>
              <a:t>Diapositiva 3 de 11: Comparar produce boolean</a:t>
            </a:r>
          </a:p>
          <a:p>
            <a:r>
              <a:t>Fase HEXA: Ejecutar — crear</a:t>
            </a:r>
          </a:p>
          <a:p>
            <a:r>
              <a:t>Explica con predicción y ejemplo mínimo; comprueba comprensión antes de continuar.</a:t>
            </a:r>
          </a:p>
          <a:p>
            <a:r>
              <a:t>- int hours = 5;</a:t>
            </a:r>
          </a:p>
          <a:p>
            <a:r>
              <a:t>boolean enough = hours &gt;= 4;</a:t>
            </a:r>
          </a:p>
          <a:p>
            <a:r>
              <a:t>System.out.println(hours == 5); // true</a:t>
            </a:r>
          </a:p>
          <a:p>
            <a:r>
              <a:t>System.out.println(hours != 5); // false</a:t>
            </a:r>
          </a:p>
          <a:p>
            <a:r>
              <a:t>System.out.println(enough);     // true</a:t>
            </a:r>
          </a:p>
          <a:p>
            <a:r>
              <a:t>- = asigna; == compara.</a:t>
            </a:r>
          </a:p>
          <a:p>
            <a:r>
              <a:t>- Comparar devuelve true o false, no uno de los operandos.</a:t>
            </a:r>
          </a:p>
          <a:p>
            <a:r>
              <a:t>Fuente docente: /mnt/compartido/Programación-26-27/Minijarvis/02-PROFESORADO/02-SESIONES/h1/S213-limpieza-nombres-claros-y-simplicidad-docente.md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Construir booleanos, combinarlos y usarlos en if/else; reconocer anidamiento y asignación condicional.</a:t>
            </a:r>
          </a:p>
          <a:p>
            <a:r>
              <a:t>Diapositiva 4 de 11: AND, OR y NOT</a:t>
            </a:r>
          </a:p>
          <a:p>
            <a:r>
              <a:t>Fase HEXA: Ejecutar — crear</a:t>
            </a:r>
          </a:p>
          <a:p>
            <a:r>
              <a:t>Explica con predicción y ejemplo mínimo; comprueba comprensión antes de continuar.</a:t>
            </a:r>
          </a:p>
          <a:p>
            <a:r>
              <a:t>- &amp;&amp; · las dos condiciones deben ser true.</a:t>
            </a:r>
          </a:p>
          <a:p>
            <a:r>
              <a:t>- || · basta con que una condición sea true.</a:t>
            </a:r>
          </a:p>
          <a:p>
            <a:r>
              <a:t>- ! · invierte true y false.</a:t>
            </a:r>
          </a:p>
          <a:p>
            <a:r>
              <a:t>- Traduce primero a palabras: necesita ayuda si no puede empezar o si tiene un error.</a:t>
            </a:r>
          </a:p>
          <a:p>
            <a:r>
              <a:t>Fuente docente: /mnt/compartido/Programación-26-27/Minijarvis/02-PROFESORADO/02-SESIONES/h1/S213-limpieza-nombres-claros-y-simplicidad-docente.md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Construir booleanos, combinarlos y usarlos en if/else; reconocer anidamiento y asignación condicional.</a:t>
            </a:r>
          </a:p>
          <a:p>
            <a:r>
              <a:t>Diapositiva 5 de 11: if / else: dos caminos</a:t>
            </a:r>
          </a:p>
          <a:p>
            <a:r>
              <a:t>Fase HEXA: Ejecutar — crear</a:t>
            </a:r>
          </a:p>
          <a:p>
            <a:r>
              <a:t>Explica con predicción y ejemplo mínimo; comprueba comprensión antes de continuar.</a:t>
            </a:r>
          </a:p>
          <a:p>
            <a:r>
              <a:t>- if (hours &gt;= 4) {</a:t>
            </a:r>
          </a:p>
          <a:p>
            <a:r>
              <a:t>    System.out.println("Objetivo alcanzado");</a:t>
            </a:r>
          </a:p>
          <a:p>
            <a:r>
              <a:t>} else {</a:t>
            </a:r>
          </a:p>
          <a:p>
            <a:r>
              <a:t>    System.out.println("Objetivo pendiente");</a:t>
            </a:r>
          </a:p>
          <a:p>
            <a:r>
              <a:t>}</a:t>
            </a:r>
          </a:p>
          <a:p>
            <a:r>
              <a:t>- hours = 5 → Objetivo alcanzado</a:t>
            </a:r>
          </a:p>
          <a:p>
            <a:r>
              <a:t>- hours = 2 → Objetivo pendiente</a:t>
            </a:r>
          </a:p>
          <a:p>
            <a:r>
              <a:t>Fuente docente: /mnt/compartido/Programación-26-27/Minijarvis/02-PROFESORADO/02-SESIONES/h1/S213-limpieza-nombres-claros-y-simplicidad-docente.md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Construir booleanos, combinarlos y usarlos en if/else; reconocer anidamiento y asignación condicional.</a:t>
            </a:r>
          </a:p>
          <a:p>
            <a:r>
              <a:t>Diapositiva 6 de 11: Condición válida e inválida</a:t>
            </a:r>
          </a:p>
          <a:p>
            <a:r>
              <a:t>Fase HEXA: Ejecutar — crear</a:t>
            </a:r>
          </a:p>
          <a:p>
            <a:r>
              <a:t>Explica con predicción y ejemplo mínimo; comprueba comprensión antes de continuar.</a:t>
            </a:r>
          </a:p>
          <a:p>
            <a:r>
              <a:t>- VÁLIDA · if (hours &gt;= 4) { ... }</a:t>
            </a:r>
          </a:p>
          <a:p>
            <a:r>
              <a:t>- INVÁLIDA · if (hours) { ... }</a:t>
            </a:r>
          </a:p>
          <a:p>
            <a:r>
              <a:t>- if necesita una expresión boolean; hours es int.</a:t>
            </a:r>
          </a:p>
          <a:p>
            <a:r>
              <a:t>Fuente docente: /mnt/compartido/Programación-26-27/Minijarvis/02-PROFESORADO/02-SESIONES/h1/S213-limpieza-nombres-claros-y-simplicidad-docente.md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Construir booleanos, combinarlos y usarlos en if/else; reconocer anidamiento y asignación condicional.</a:t>
            </a:r>
          </a:p>
          <a:p>
            <a:r>
              <a:t>Diapositiva 7 de 11: Asignación condicional sencilla</a:t>
            </a:r>
          </a:p>
          <a:p>
            <a:r>
              <a:t>Fase HEXA: Ejecutar — crear</a:t>
            </a:r>
          </a:p>
          <a:p>
            <a:r>
              <a:t>Explica con predicción y ejemplo mínimo; comprueba comprensión antes de continuar.</a:t>
            </a:r>
          </a:p>
          <a:p>
            <a:r>
              <a:t>- String message = hours &gt;= 4</a:t>
            </a:r>
          </a:p>
          <a:p>
            <a:r>
              <a:t>        ? "Objetivo alcanzado"</a:t>
            </a:r>
          </a:p>
          <a:p>
            <a:r>
              <a:t>        : "Objetivo pendiente";</a:t>
            </a:r>
          </a:p>
          <a:p>
            <a:r>
              <a:t>- Identifica condición, valor si true y valor si false.</a:t>
            </a:r>
          </a:p>
          <a:p>
            <a:r>
              <a:t>- Si cada camino tiene varias instrucciones, if/else suele ser más claro.</a:t>
            </a:r>
          </a:p>
          <a:p>
            <a:r>
              <a:t>Fuente docente: /mnt/compartido/Programación-26-27/Minijarvis/02-PROFESORADO/02-SESIONES/h1/S213-limpieza-nombres-claros-y-simplicidad-docente.md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Construir booleanos, combinarlos y usarlos en if/else; reconocer anidamiento y asignación condicional.</a:t>
            </a:r>
          </a:p>
          <a:p>
            <a:r>
              <a:t>Diapositiva 8 de 11: Dato → decisión → salida</a:t>
            </a:r>
          </a:p>
          <a:p>
            <a:r>
              <a:t>Fase HEXA: Ejecutar — crear</a:t>
            </a:r>
          </a:p>
          <a:p>
            <a:r>
              <a:t>Entrega la consigna, observa decisiones y pide una prueba reproducible.</a:t>
            </a:r>
          </a:p>
          <a:p>
            <a:r>
              <a:t>- Construye una comparación y guarda su boolean.</a:t>
            </a:r>
          </a:p>
          <a:p>
            <a:r>
              <a:t>- Traduce una expresión con &amp;&amp;, otra con || y otra con !.</a:t>
            </a:r>
          </a:p>
          <a:p>
            <a:r>
              <a:t>- Programa un if/else y predice las dos salidas.</a:t>
            </a:r>
          </a:p>
          <a:p>
            <a:r>
              <a:t>- Ejecuta un caso true y otro false.</a:t>
            </a:r>
          </a:p>
          <a:p>
            <a:r>
              <a:t>Fuente docente: /mnt/compartido/Programación-26-27/Minijarvis/02-PROFESORADO/02-SESIONES/h1/S213-limpieza-nombres-claros-y-simplicidad-docente.md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Construir booleanos, combinarlos y usarlos en if/else; reconocer anidamiento y asignación condicional.</a:t>
            </a:r>
          </a:p>
          <a:p>
            <a:r>
              <a:t>Diapositiva 9 de 11: Cobertura de las dos ramas</a:t>
            </a:r>
          </a:p>
          <a:p>
            <a:r>
              <a:t>Fase HEXA: Ejecutar — crear</a:t>
            </a:r>
          </a:p>
          <a:p>
            <a:r>
              <a:t>Comprueba la evidencia en su fuente canónica: Quede una mejora concreta.</a:t>
            </a:r>
          </a:p>
          <a:p>
            <a:r>
              <a:t>- Caso A y salida esperada quedan registrados.</a:t>
            </a:r>
          </a:p>
          <a:p>
            <a:r>
              <a:t>- Caso B y salida esperada quedan registrados.</a:t>
            </a:r>
          </a:p>
          <a:p>
            <a:r>
              <a:t>- Puedo señalar condición, bloque if y bloque else.</a:t>
            </a:r>
          </a:p>
          <a:p>
            <a:r>
              <a:t>- La práctica sigue siendo pequeña; los menús pertenecen a H2.</a:t>
            </a:r>
          </a:p>
          <a:p>
            <a:r>
              <a:t>Fuente docente: /mnt/compartido/Programación-26-27/Minijarvis/02-PROFESORADO/02-SESIONES/h1/S213-limpieza-nombres-claros-y-simplicidad-docente.md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Construir booleanos, combinarlos y usarlos en if/else; reconocer anidamiento y asignación condicional.</a:t>
            </a:r>
          </a:p>
          <a:p>
            <a:r>
              <a:t>Diapositiva 10 de 11: Comprobación final</a:t>
            </a:r>
          </a:p>
          <a:p>
            <a:r>
              <a:t>Fase HEXA: Ejecutar — crear</a:t>
            </a:r>
          </a:p>
          <a:p>
            <a:r>
              <a:t>Cierra con explicación individual, prueba observable y siguiente paso concreto.</a:t>
            </a:r>
          </a:p>
          <a:p>
            <a:r>
              <a:t>- Explica en palabras qué hace una comparación, qué necesita if y cómo demuestras que ambas ramas funcionan.</a:t>
            </a:r>
          </a:p>
          <a:p>
            <a:r>
              <a:t>Fuente docente: /mnt/compartido/Programación-26-27/Minijarvis/02-PROFESORADO/02-SESIONES/h1/S213-limpieza-nombres-claros-y-simplicidad-docente.md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docente: Construir booleanos, combinarlos y usarlos en if/else; reconocer anidamiento y asignación condicional.</a:t>
            </a:r>
          </a:p>
          <a:p>
            <a:r>
              <a:t>Diapositiva 11 de 11: Fuentes utilizadas</a:t>
            </a:r>
          </a:p>
          <a:p>
            <a:r>
              <a:t>Fase HEXA: Ejecutar — crear</a:t>
            </a:r>
          </a:p>
          <a:p>
            <a:r>
              <a:t>Indica al alumnado dónde ampliar el contenido y qué fragmentos se han adaptado.</a:t>
            </a:r>
          </a:p>
          <a:p>
            <a:r>
              <a:t>- Libro: capítulo 02 · Tema 1: comparación, lógica e if/else</a:t>
            </a:r>
          </a:p>
          <a:p>
            <a:r>
              <a:t>- Fichas S206-S215 y píldoras H1</a:t>
            </a:r>
          </a:p>
          <a:p>
            <a:r>
              <a:t>- Ejemplos revisados y adaptados a MiniJarvis; no se copian errores ni capturas antiguas del PDF.</a:t>
            </a:r>
          </a:p>
          <a:p>
            <a:r>
              <a:t>Fuente docente: /mnt/compartido/Programación-26-27/Minijarvis/02-PROFESORADO/02-SESIONES/h1/S213-limpieza-nombres-claros-y-simplicidad-docente.md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Comparaciones, lógica y decisiones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H1 — Primer MiniJarvis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 con contraste por parejas o equipo cuando la práctica lo requiera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aprenderás y cómo lo demostrarás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Construir booleanos, combinarlos y usarlos en if/else; reconocer anidamiento y asignación condicional.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Comprobación: Quede una mejora concreta.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CÓDIGO EXPLICADO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Comparar produce boolean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7315200" cy="4709160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6903720" cy="425196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800">
                <a:solidFill>
                  <a:srgbClr val="FFFFFF"/>
                </a:solidFill>
                <a:latin typeface="Liberation Mono"/>
              </a:defRPr>
            </a:pPr>
            <a:r>
              <a:t>int hours = 5;</a:t>
            </a:r>
            <a:br/>
            <a:r>
              <a:t>boolean enough = hours &gt;= 4;</a:t>
            </a:r>
            <a:br/>
            <a:r>
              <a:t>System.out.println(hours == 5); // true</a:t>
            </a:r>
            <a:br/>
            <a:r>
              <a:t>System.out.println(hours != 5); // false</a:t>
            </a:r>
            <a:br/>
            <a:r>
              <a:t>System.out.println(enough);     //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325880"/>
            <a:ext cx="3401568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27632"/>
            <a:ext cx="2880360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LEE Y PREDICE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103120"/>
            <a:ext cx="2788920" cy="3474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= asigna; == compara.</a:t>
            </a:r>
          </a:p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Comparar devuelve true o false, no uno de los operandos.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AND, OR y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2F5BA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&amp;&amp; · las dos condiciones deben ser true.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8" y="12618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2F5BA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14264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|| · basta con que una condición sea true.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621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2F5BA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38267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! · invierte true y false.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07608" y="36621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2F5BA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38267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Traduce primero a palabras: necesita ayuda si no puede empezar o si tiene un error.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CÓDIGO EXPLICADO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if / else: dos caminos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7315200" cy="4709160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6903720" cy="425196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FFFFF"/>
                </a:solidFill>
                <a:latin typeface="Liberation Mono"/>
              </a:defRPr>
            </a:pPr>
            <a:r>
              <a:t>if (hours &gt;= 4) {</a:t>
            </a:r>
            <a:br/>
            <a:r>
              <a:t>    System.out.println("Objetivo alcanzado");</a:t>
            </a:r>
            <a:br/>
            <a:r>
              <a:t>} else {</a:t>
            </a:r>
            <a:br/>
            <a:r>
              <a:t>    System.out.println("Objetivo pendiente");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325880"/>
            <a:ext cx="3401568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27632"/>
            <a:ext cx="2880360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LEE Y PREDICE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103120"/>
            <a:ext cx="2788920" cy="3474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hours = 5 → Objetivo alcanzado</a:t>
            </a:r>
          </a:p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hours = 2 → Objetivo pendiente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CONTRASTAR PARA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Condición válida e inválida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445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1572768"/>
            <a:ext cx="566928" cy="475488"/>
          </a:xfrm>
          <a:prstGeom prst="roundRect">
            <a:avLst/>
          </a:prstGeom>
          <a:solidFill>
            <a:srgbClr val="445B80"/>
          </a:solidFill>
          <a:ln>
            <a:solidFill>
              <a:srgbClr val="445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82496"/>
            <a:ext cx="566928" cy="182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04288"/>
            <a:ext cx="4663440" cy="201168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1C2330"/>
                </a:solidFill>
                <a:latin typeface="Liberation Mono"/>
              </a:defRPr>
            </a:pPr>
            <a:r>
              <a:t>VÁLIDA · if (hours &gt;= 4) { ...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325880"/>
            <a:ext cx="5230368" cy="3401568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2512" y="1572768"/>
            <a:ext cx="566928" cy="475488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82496"/>
            <a:ext cx="566928" cy="182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304288"/>
            <a:ext cx="4663440" cy="201168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1C2330"/>
                </a:solidFill>
                <a:latin typeface="Liberation Mono"/>
              </a:defRPr>
            </a:pPr>
            <a:r>
              <a:t>INVÁLIDA · if (hours) { ... 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010912"/>
            <a:ext cx="10762488" cy="932688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230368"/>
            <a:ext cx="10204704" cy="4754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if necesita una expresión boolean; hours es 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CÓDIGO EXPLICADO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Asignación condicional sencilla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7315200" cy="4709160"/>
          </a:xfrm>
          <a:prstGeom prst="roundRect">
            <a:avLst/>
          </a:prstGeom>
          <a:solidFill>
            <a:srgbClr val="121824"/>
          </a:solidFill>
          <a:ln>
            <a:solidFill>
              <a:srgbClr val="12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6903720" cy="4251960"/>
          </a:xfrm>
          <a:prstGeom prst="rect">
            <a:avLst/>
          </a:prstGeom>
          <a:noFill/>
        </p:spPr>
        <p:txBody>
          <a:bodyPr wrap="none" lIns="164592" rIns="164592" tIns="109728" bIns="109728">
            <a:spAutoFit/>
          </a:bodyPr>
          <a:lstStyle/>
          <a:p>
            <a:pPr>
              <a:spcAft>
                <a:spcPts val="0"/>
              </a:spcAft>
              <a:defRPr sz="1800">
                <a:solidFill>
                  <a:srgbClr val="FFFFFF"/>
                </a:solidFill>
                <a:latin typeface="Liberation Mono"/>
              </a:defRPr>
            </a:pPr>
            <a:r>
              <a:t>String message = hours &gt;= 4</a:t>
            </a:r>
            <a:br/>
            <a:r>
              <a:t>        ? "Objetivo alcanzado"</a:t>
            </a:r>
            <a:br/>
            <a:r>
              <a:t>        : "Objetivo pendiente";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325880"/>
            <a:ext cx="3401568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27632"/>
            <a:ext cx="2880360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LEE Y PREDICE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103120"/>
            <a:ext cx="2788920" cy="3474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Identifica condición, valor si true y valor si false.</a:t>
            </a:r>
          </a:p>
          <a:p>
            <a:pPr>
              <a:spcAft>
                <a:spcPts val="900"/>
              </a:spcAft>
              <a:defRPr sz="1700">
                <a:solidFill>
                  <a:srgbClr val="1C2330"/>
                </a:solidFill>
                <a:latin typeface="Aptos"/>
              </a:defRPr>
            </a:pPr>
            <a:r>
              <a:t>•  Si cada camino tiene varias instrucciones, if/else suele ser más claro.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Dato → decisión → salida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Construye una comparación y guarda su boolean.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68833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5176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Traduce una expresión con &amp;&amp;, otra con || y otra con !.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7647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88620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Programa un if/else y predice las dos salidas.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01091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15721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F5BA8"/>
                </a:solidFill>
                <a:latin typeface="Aptos"/>
              </a:defRPr>
            </a:pPr>
            <a:r>
              <a:t>PASO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12064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Ejecuta un caso true y otro false.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Cobertura de las dos ramas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Caso A y salida esperada quedan registrados.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4431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526029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Caso B y salida esperada quedan registrados.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79018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77190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Puedo señalar condición, bloque if y bloque else.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503605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5017770"/>
            <a:ext cx="9829800" cy="120929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La práctica sigue siendo pequeña; los menús pertenecen a H2.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Comprobación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MiniJarvis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F5BA8"/>
          </a:solidFill>
          <a:ln>
            <a:solidFill>
              <a:srgbClr val="2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Explica en palabras qué hace una comparación, qué necesita if y cómo demuestras que ambas ramas funcionan.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F5BA8"/>
                </a:solidFill>
                <a:latin typeface="Aptos"/>
              </a:defRPr>
            </a:pPr>
            <a:r>
              <a:t>TRAZABILIDAD DEL 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Fuentes utilizadas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F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213 · H1 — Primer MiniJarvis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515600" cy="6583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2300" b="1">
                <a:solidFill>
                  <a:srgbClr val="1C2330"/>
                </a:solidFill>
                <a:latin typeface="Aptos"/>
              </a:defRPr>
            </a:pPr>
            <a:r>
              <a:t>Esta presentación selecciona y adapta contenido; no sustituye al libro ni copia el PDF completo.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10058400" cy="23317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Libro: capítulo 02 · Tema 1: comparación, lógica e if/else</a:t>
            </a:r>
          </a:p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Fichas S206-S215 y píldoras H1</a:t>
            </a:r>
          </a:p>
          <a:p>
            <a:pPr>
              <a:spcAft>
                <a:spcPts val="900"/>
              </a:spcAft>
              <a:defRPr sz="2000">
                <a:solidFill>
                  <a:srgbClr val="1C2330"/>
                </a:solidFill>
                <a:latin typeface="Aptos"/>
              </a:defRPr>
            </a:pPr>
            <a:r>
              <a:t>•  Ejemplos revisados y adaptados a MiniJarvis; no se copian errores ni capturas antiguas del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57800"/>
            <a:ext cx="1024128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800" b="1">
                <a:solidFill>
                  <a:srgbClr val="2F5BA8"/>
                </a:solidFill>
                <a:latin typeface="Aptos"/>
              </a:defRPr>
            </a:pPr>
            <a:r>
              <a:t>Consulta el libro para ampliar, practicar y repasar errores frecuentes.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