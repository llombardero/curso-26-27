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Entrada por teclado con Scanner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Asegurar conceptos del Tema 1 que no aparecen de forma natural en el saludo inicial.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o ejercicio corto con entrada numérica, cálculo, comparación y prueba con dato válido e inválido.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Scanner permite leer información introducida por usuario.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Leer una línea y usarla en un saludo.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MiniJarvis pregunta cuántas horas se han estudiado esta semana, convierte la entrada a número y muestra una recomendación sencilla.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¿por qué scanner.nextLine() devuelve texto aunque escribas un número?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int, double, operadores aritméticos, comparación, precedencia básica y conversión String -&gt; número con Integer.parseInt.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Leer una línea y usarla en un saludo.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Pedir nombre y responder con ese nombre.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o ejercicio corto con entrada numérica, cálculo, comparación y prueba con dato válido e inválido.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212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¿por qué scanner.nextLine() devuelve texto aunque escribas un número?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