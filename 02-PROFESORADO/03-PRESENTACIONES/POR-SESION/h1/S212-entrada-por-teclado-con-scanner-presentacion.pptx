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 entrada, convertir tipos y reconocer errores de conversión.</a:t>
            </a:r>
          </a:p>
          <a:p>
            <a:r>
              <a:t>Diapositiva 1 de 9: Scanner y conversiones</a:t>
            </a:r>
          </a:p>
          <a:p>
            <a:r>
              <a:t>Fase HEXA: Ejecutar — crear</a:t>
            </a:r>
          </a:p>
          <a:p>
            <a:r>
              <a:t>Presenta el producto y anticipa la evidencia: Quede diagnóstico.</a:t>
            </a:r>
          </a:p>
          <a:p>
            <a:r>
              <a:t>Secuencia docente:</a:t>
            </a:r>
          </a:p>
          <a:p>
            <a:r>
              <a:t>- 00:00–00:05 / D1: MICROINVESTIGACIÓN: No expliques Scanner aún. Genera necesidad.</a:t>
            </a:r>
          </a:p>
          <a:p>
            <a:r>
              <a:t>- 00:05–00:11 / D2: PÍLDORA DOCENTE 1/4: Explica import, lectura y variable destino. No introduzcas todo Scanner.</a:t>
            </a:r>
          </a:p>
          <a:p>
            <a:r>
              <a:t>- 00:11–00:17 / D3: ACTIVIDAD: Circula sin añadir teoría.</a:t>
            </a:r>
          </a:p>
          <a:p>
            <a:r>
              <a:t>- 00:17–00:20 / D4: CONFLICTO: Plantea una operación con el texto y pregunta qué falta.</a:t>
            </a:r>
          </a:p>
          <a:p>
            <a:r>
              <a:t>- 00:20–00:25 / D5: PÍLDORA DOCENTE 2/4: Explica parseo como conversión desde String compatible.</a:t>
            </a:r>
          </a:p>
          <a:p>
            <a:r>
              <a:t>- 00:25–00:29 / D6: EXPERIMENTO: Ejecuta con dos entradas válidas.</a:t>
            </a:r>
          </a:p>
          <a:p>
            <a:r>
              <a:t>- 00:29–00:33 / D7: PÍLDORA DOCENTE 3/4: Presenta la idea pequeño→grande como en Tema 1, sin memorizar toda la jerarquía.</a:t>
            </a:r>
          </a:p>
          <a:p>
            <a:r>
              <a:t>- 00:33–00:37 / D8: PÍLDORA DOCENTE 4/4: Explica que no redondea en este ejemplo; pierde parte decimal.</a:t>
            </a:r>
          </a:p>
          <a:p>
            <a:r>
              <a:t>- 00:37–00:40 / D9: ERROR ÚTIL: Haz predecir compilación y ejecución. No introduzcas try-catch.</a:t>
            </a:r>
          </a:p>
          <a:p>
            <a:r>
              <a:t>- 00:40–00:43 / D10: ACTIVIDAD: Pide evidencia concreta.</a:t>
            </a:r>
          </a:p>
          <a:p>
            <a:r>
              <a:t>- 00:43–00:45 / D11: CIERRE: Haz preguntas rápidas.</a:t>
            </a:r>
          </a:p>
          <a:p>
            <a:r>
              <a:t>Claves docentes:</a:t>
            </a:r>
          </a:p>
          <a:p>
            <a:r>
              <a:t>- PÍLDORA DOCENTE 1/4: Explica import, lectura y variable destino. No introduzcas todo Scanner, PÍLDORA DOCENTE 2/4: Explica parseo como conversión desde String compatible, PÍLDORA DOCENTE 3/4: Presenta la idea pequeño→grande como en Tema 1, sin memorizar toda la jerarquía.</a:t>
            </a:r>
          </a:p>
          <a:p>
            <a:r>
              <a:t>- PÍLDORA DOCENTE 4/4: Explica que no redondea en este ejemplo; pierde parte decimal.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 entrada, convertir tipos y reconocer errores de conversión.</a:t>
            </a:r>
          </a:p>
          <a:p>
            <a:r>
              <a:t>Diapositiva 2 de 9: Qué debe conseguirse</a:t>
            </a:r>
          </a:p>
          <a:p>
            <a:r>
              <a:t>Fase HEXA: Ejecutar — crear</a:t>
            </a:r>
          </a:p>
          <a:p>
            <a:r>
              <a:t>- Objetivo: Leer entrada, convertir tipos y reconocer errores de conversión.</a:t>
            </a:r>
          </a:p>
          <a:p>
            <a:r>
              <a:t>- Al terminar: señala la evidencia, explica qué demuestra y reproduce la prueba.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 entrada, convertir tipos y reconocer errores de conversión.</a:t>
            </a:r>
          </a:p>
          <a:p>
            <a:r>
              <a:t>Diapositiva 3 de 9: Ejemplo o demostración · 1</a:t>
            </a:r>
          </a:p>
          <a:p>
            <a:r>
              <a:t>Fase HEXA: Ejecutar — crear</a:t>
            </a:r>
          </a:p>
          <a:p>
            <a:r>
              <a:t>Modela el ejemplo sin resolver la actividad completa; pide una predicción antes de ejecutar.</a:t>
            </a:r>
          </a:p>
          <a:p>
            <a:r>
              <a:t>- D1 · Hasta ahora los datos los decide quien programa — ¿Cómo hacemos para que los escriba la persona que ejecuta MiniJarvis?</a:t>
            </a:r>
          </a:p>
          <a:p>
            <a:r>
              <a:t>- D2 · Scanner: pedir → leer → guardar — import java.util.Scanner;</a:t>
            </a:r>
          </a:p>
          <a:p>
            <a:r>
              <a:t>- Scanner scanner = new Scanner(System.in);</a:t>
            </a:r>
          </a:p>
          <a:p>
            <a:r>
              <a:t>- String userName = scanner.nextLine();</a:t>
            </a:r>
          </a:p>
          <a:p>
            <a:r>
              <a:t>- scanner.close();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 entrada, convertir tipos y reconocer errores de conversión.</a:t>
            </a:r>
          </a:p>
          <a:p>
            <a:r>
              <a:t>Diapositiva 4 de 9: Ejemplo o demostración · 2</a:t>
            </a:r>
          </a:p>
          <a:p>
            <a:r>
              <a:t>Fase HEXA: Ejecutar — crear</a:t>
            </a:r>
          </a:p>
          <a:p>
            <a:r>
              <a:t>Modela el ejemplo sin resolver la actividad completa; pide una predicción antes de ejecutar.</a:t>
            </a:r>
          </a:p>
          <a:p>
            <a:r>
              <a:t>- D3 · Pide un nombre y úsalo — Ejecuta dos veces con nombres ficticios distintos.</a:t>
            </a:r>
          </a:p>
          <a:p>
            <a:r>
              <a:t>- ¿Qué cambia? ¿Qué no?</a:t>
            </a:r>
          </a:p>
          <a:p>
            <a:r>
              <a:t>- D4 · Tengo "5". ¿Tengo el número 5? — "5" es texto si procede de nextLine().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 entrada, convertir tipos y reconocer errores de conversión.</a:t>
            </a:r>
          </a:p>
          <a:p>
            <a:r>
              <a:t>Diapositiva 5 de 9: Actividad central · 1</a:t>
            </a:r>
          </a:p>
          <a:p>
            <a:r>
              <a:t>Fase HEXA: Ejecutar — crear</a:t>
            </a:r>
          </a:p>
          <a:p>
            <a:r>
              <a:t>Entrega la consigna, observa decisiones y pide una prueba reproducible.</a:t>
            </a:r>
          </a:p>
          <a:p>
            <a:r>
              <a:t>- Predice antes de ejecutar cuando haya código.</a:t>
            </a:r>
          </a:p>
          <a:p>
            <a:r>
              <a:t>- Realiza la micropráctica o modificación prevista.</a:t>
            </a:r>
          </a:p>
          <a:p>
            <a:r>
              <a:t>- Prueba el caso normal y, cuando exista una decisión o conversión, también el caso alternativo o erróneo.</a:t>
            </a:r>
          </a:p>
          <a:p>
            <a:r>
              <a:t>- Conserva el código o resultado en el repositorio o espacio indicado.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 entrada, convertir tipos y reconocer errores de conversión.</a:t>
            </a:r>
          </a:p>
          <a:p>
            <a:r>
              <a:t>Diapositiva 6 de 9: Actividad central · 2</a:t>
            </a:r>
          </a:p>
          <a:p>
            <a:r>
              <a:t>Fase HEXA: Ejecutar — crear</a:t>
            </a:r>
          </a:p>
          <a:p>
            <a:r>
              <a:t>Entrega la consigna, observa decisiones y pide una prueba reproducible.</a:t>
            </a:r>
          </a:p>
          <a:p>
            <a:r>
              <a:t>- Registra una sola entrada en el diario individual; no crees un informe paralelo.</a:t>
            </a:r>
          </a:p>
          <a:p>
            <a:r>
              <a:t>- ¿Qué puedes señalar, explicar y probar al terminar este checkpoint?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 entrada, convertir tipos y reconocer errores de conversión.</a:t>
            </a:r>
          </a:p>
          <a:p>
            <a:r>
              <a:t>Diapositiva 7 de 9: Evidencia y comprobación</a:t>
            </a:r>
          </a:p>
          <a:p>
            <a:r>
              <a:t>Fase HEXA: Ejecutar — crear</a:t>
            </a:r>
          </a:p>
          <a:p>
            <a:r>
              <a:t>Comprueba la evidencia en su fuente canónica: Quede diagnóstico.</a:t>
            </a:r>
          </a:p>
          <a:p>
            <a:r>
              <a:t>- conserva el código o la prueba en el lugar indicado por la sesión;</a:t>
            </a:r>
          </a:p>
          <a:p>
            <a:r>
              <a:t>- añade una sola entrada al diario individual con prueba, bloqueo y siguiente paso;</a:t>
            </a:r>
          </a:p>
          <a:p>
            <a:r>
              <a:t>- no copies la misma reflexión en otro documento; el Site personal seleccionará evidencias al cerrar H1.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 entrada, convertir tipos y reconocer errores de conversión.</a:t>
            </a:r>
          </a:p>
          <a:p>
            <a:r>
              <a:t>Diapositiva 8 de 9: Seguridad y uso responsable</a:t>
            </a:r>
          </a:p>
          <a:p>
            <a:r>
              <a:t>Fase HEXA: Ejecutar — crear</a:t>
            </a:r>
          </a:p>
          <a:p>
            <a:r>
              <a:t>Recuerda estos límites antes de que el alumnado comparta o publique:</a:t>
            </a:r>
          </a:p>
          <a:p>
            <a:r>
              <a:t>- Usa datos ficticios y no publiques credenciales ni información personal.</a:t>
            </a:r>
          </a:p>
          <a:p>
            <a:r>
              <a:t>- Si utilizas IA de forma sustantiva, registra propósito, propuesta, cambios propios y validación en el registro de IA del hito.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 entrada, convertir tipos y reconocer errores de conversión.</a:t>
            </a:r>
          </a:p>
          <a:p>
            <a:r>
              <a:t>Diapositiva 9 de 9: Cierre y defensa</a:t>
            </a:r>
          </a:p>
          <a:p>
            <a:r>
              <a:t>Fase HEXA: Ejecutar — crear</a:t>
            </a:r>
          </a:p>
          <a:p>
            <a:r>
              <a:t>Cierra con explicación individual, prueba observable y siguiente paso concreto.</a:t>
            </a:r>
          </a:p>
          <a:p>
            <a:r>
              <a:t>- ¿Qué puedes señalar, explicar y probar al terminar este checkpoint?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Scanner y conversiones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— Primer MiniJarvis · Fase HEXA: Ejecutar — crear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con contraste por parejas o equipo cuando la práctica lo requiera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Leer entrada, convertir tipos y reconocer errores de conversión.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Al terminar: señala la evidencia, explica qué demuestra y reproduce la prueba.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D1 · Hasta ahora los datos los decide quien programa — ¿Cómo hacemos para que los escriba la persona que ejecuta MiniJarvis?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D2 · Scanner: pedir → leer → guardar — import java.util.Scanner;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Scanner scanner = new Scanner(System.in);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String userName = scanner.nextLine();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scanner.close();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D3 · Pide un nombre y úsalo — Ejecuta dos veces con nombres ficticios distintos.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¿Qué cambia? ¿Qué no?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D4 · Tengo "5". ¿Tengo el número 5? — "5" es texto si procede de nextLine().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Predice antes de ejecutar cuando haya código.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la micropráctica o modificación prevista.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Prueba el caso normal y, cuando exista una decisión o conversión, también el caso alternativo o erróneo.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Conserva el código o resultado en el repositorio o espacio indicado.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Registra una sola entrada en el diario individual; no crees un informe paralelo.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¿Qué puedes señalar, explicar y probar al terminar este checkpoint?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conserva el código o la prueba en el lugar indicado por la sesión;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95960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941319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añade una sola entrada al diario individual con prueba, bloqueo y siguiente paso;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62076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460248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copies la misma reflexión en otro documento; el Site personal seleccionará evidencias al cerrar H1.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409651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Usa datos ficticios y no publiques credenciales ni información personal.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409651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de forma sustantiva, registra propósito, propuesta, cambios propios y validación en el registro de IA del hito.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puedes señalar, explicar y probar al terminar este checkpoint?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