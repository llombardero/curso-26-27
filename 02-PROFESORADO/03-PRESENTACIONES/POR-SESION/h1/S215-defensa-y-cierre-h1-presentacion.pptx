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defender individualmente, cerrar retrospectiva y realizar la entrega final en Moodle.</a:t>
            </a:r>
          </a:p>
          <a:p>
            <a:r>
              <a:t>Diapositiva 1 de 11: Qué vas a aprender</a:t>
            </a:r>
          </a:p>
          <a:p>
            <a:r>
              <a:t>Fase HEXA: Comunicar — evaluar y reflexionar</a:t>
            </a:r>
          </a:p>
          <a:p>
            <a:r>
              <a:t>Presenta el producto y anticipa la evidencia: Ahora sí, preparad y realizad la entrega oficial de H1 en Moodle. Recordad: si no está en Moodle, no está entregado oficialmente.</a:t>
            </a:r>
          </a:p>
          <a:p>
            <a:r>
              <a:t>Secuencia docente:</a:t>
            </a:r>
          </a:p>
          <a:p>
            <a:r>
              <a:t>- 45 minutos: Ahora sí, preparad y realizad la entrega oficial de H1 en Moodle. Recordad: si no está en Moodle, no está entregado oficialmente.</a:t>
            </a:r>
          </a:p>
          <a:p>
            <a:r>
              <a:t>Claves docentes:</a:t>
            </a:r>
          </a:p>
          <a:p>
            <a:r>
              <a:t>- Una respuesta defendible tiene cuatro partes: señalo, explico, ejecuto y compruebo. Por ejemplo: Esta línea lee el nombre, esta variable guarda el dato, si escribo Laura espero este saludo, lo ejecuto y compruebo que coincide.</a:t>
            </a:r>
          </a:p>
          <a:p>
            <a:r>
              <a:t>- Preguntas posibles: Señala dónde empieza la ejecución, Señala una variable y explica tipo, nombre y valor, Señala una constante y explica por qué es constante, Ejecuta con una entrada ficticia y predice la salida, Explica una conversión, Provoca o explica un error de conversión.</a:t>
            </a:r>
          </a:p>
          <a:p>
            <a:r>
              <a:t>- Señala una comparación.</a:t>
            </a:r>
          </a:p>
          <a:p>
            <a:r>
              <a:t>- Ejecuta un caso true y un caso false.</a:t>
            </a:r>
          </a:p>
          <a:p>
            <a:r>
              <a:t>- Explica qué queda fuera de H1 y por qué.</a:t>
            </a:r>
          </a:p>
          <a:p>
            <a:r>
              <a:t>- Cambia un mensaje o valor pequeño y predice el efecto.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defender individualmente, cerrar retrospectiva y realizar la entrega final en Moodle.</a:t>
            </a:r>
          </a:p>
          <a:p>
            <a:r>
              <a:t>Diapositiva 2 de 11: Qué aprenderás y cómo lo demostrarás</a:t>
            </a:r>
          </a:p>
          <a:p>
            <a:r>
              <a:t>Fase HEXA: Comunicar — evaluar y reflexionar</a:t>
            </a:r>
          </a:p>
          <a:p>
            <a:r>
              <a:t>- Objetivo: Al terminar, debes defender individualmente, cerrar retrospectiva y realizar la entrega final en Moodle.</a:t>
            </a:r>
          </a:p>
          <a:p>
            <a:r>
              <a:t>- Comprobación: Ahora sí, preparad y realizad la entrega oficial de H1 en Moodle. Recordad: si no está en Moodle, no está entregado oficialmente.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defender individualmente, cerrar retrospectiva y realizar la entrega final en Moodle.</a:t>
            </a:r>
          </a:p>
          <a:p>
            <a:r>
              <a:t>Diapositiva 3 de 11: Una defensa demuestra comprensión</a:t>
            </a:r>
          </a:p>
          <a:p>
            <a:r>
              <a:t>Fase HEXA: Comunicar — evaluar y reflexionar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señala</a:t>
            </a:r>
          </a:p>
          <a:p>
            <a:r>
              <a:t>- explica</a:t>
            </a:r>
          </a:p>
          <a:p>
            <a:r>
              <a:t>- predice</a:t>
            </a:r>
          </a:p>
          <a:p>
            <a:r>
              <a:t>- ejecuta</a:t>
            </a:r>
          </a:p>
          <a:p>
            <a:r>
              <a:t>- modifica</a:t>
            </a:r>
          </a:p>
          <a:p>
            <a:r>
              <a:t>- vuelve a probar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defender individualmente, cerrar retrospectiva y realizar la entrega final en Moodle.</a:t>
            </a:r>
          </a:p>
          <a:p>
            <a:r>
              <a:t>Diapositiva 4 de 11: Rúbrica de la defensa</a:t>
            </a:r>
          </a:p>
          <a:p>
            <a:r>
              <a:t>Fase HEXA: Comunicar — evaluar y reflexionar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Señala: localiza la línea o evidencia solicitada.</a:t>
            </a:r>
          </a:p>
          <a:p>
            <a:r>
              <a:t>- Explica: relaciona dato, operación o condición con el resultado.</a:t>
            </a:r>
          </a:p>
          <a:p>
            <a:r>
              <a:t>- Modifica: predice un cambio pequeño y lo implementa.</a:t>
            </a:r>
          </a:p>
          <a:p>
            <a:r>
              <a:t>- Verifica: ejecuta de nuevo y reconoce una limitación real de H1.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defender individualmente, cerrar retrospectiva y realizar la entrega final en Moodle.</a:t>
            </a:r>
          </a:p>
          <a:p>
            <a:r>
              <a:t>Diapositiva 5 de 11: Respuesta defendible o respuesta vaga</a:t>
            </a:r>
          </a:p>
          <a:p>
            <a:r>
              <a:t>Fase HEXA: Comunicar — evaluar y reflexionar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VAGA · Lo hice así porque funcionaba.</a:t>
            </a:r>
          </a:p>
          <a:p>
            <a:r>
              <a:t>- DEFENDIBLE · Esta línea lee un String, lo guarda en userName y por eso Laura aparece en la salida.</a:t>
            </a:r>
          </a:p>
          <a:p>
            <a:r>
              <a:t>- La defensa conecta una afirmación con código, ejecución y evidencia propia.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defender individualmente, cerrar retrospectiva y realizar la entrega final en Moodle.</a:t>
            </a:r>
          </a:p>
          <a:p>
            <a:r>
              <a:t>Diapositiva 6 de 11: Hilo conceptual de H1</a:t>
            </a:r>
          </a:p>
          <a:p>
            <a:r>
              <a:t>Fase HEXA: Comunicar — evaluar y reflexionar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dato → variable o constante</a:t>
            </a:r>
          </a:p>
          <a:p>
            <a:r>
              <a:t>- operación o comparación → resultado</a:t>
            </a:r>
          </a:p>
          <a:p>
            <a:r>
              <a:t>- boolean → decisión</a:t>
            </a:r>
          </a:p>
          <a:p>
            <a:r>
              <a:t>- salida → prueba observable</a:t>
            </a:r>
          </a:p>
          <a:p>
            <a:r>
              <a:t>- requisito → código → ejecución → evidencia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defender individualmente, cerrar retrospectiva y realizar la entrega final en Moodle.</a:t>
            </a:r>
          </a:p>
          <a:p>
            <a:r>
              <a:t>Diapositiva 7 de 11: Ronda individual</a:t>
            </a:r>
          </a:p>
          <a:p>
            <a:r>
              <a:t>Fase HEXA: Comunicar — evaluar y reflexionar</a:t>
            </a:r>
          </a:p>
          <a:p>
            <a:r>
              <a:t>Entrega la consigna, observa decisiones y pide una prueba reproducible.</a:t>
            </a:r>
          </a:p>
          <a:p>
            <a:r>
              <a:t>- Explica una variable o constante y una operación.</a:t>
            </a:r>
          </a:p>
          <a:p>
            <a:r>
              <a:t>- Predice la salida para una entrada concreta y ejecútala.</a:t>
            </a:r>
          </a:p>
          <a:p>
            <a:r>
              <a:t>- Explica la condición y prueba las dos ramas del if/else.</a:t>
            </a:r>
          </a:p>
          <a:p>
            <a:r>
              <a:t>- Modifica un dato, operación o condición; vuelve a verificar y localiza la evidencia.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defender individualmente, cerrar retrospectiva y realizar la entrega final en Moodle.</a:t>
            </a:r>
          </a:p>
          <a:p>
            <a:r>
              <a:t>Diapositiva 8 de 11: Si aparece una laguna</a:t>
            </a:r>
          </a:p>
          <a:p>
            <a:r>
              <a:t>Fase HEXA: Comunicar — evaluar y reflexionar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identifica</a:t>
            </a:r>
          </a:p>
          <a:p>
            <a:r>
              <a:t>- investiga</a:t>
            </a:r>
          </a:p>
          <a:p>
            <a:r>
              <a:t>- corrige</a:t>
            </a:r>
          </a:p>
          <a:p>
            <a:r>
              <a:t>- prueba</a:t>
            </a:r>
          </a:p>
          <a:p>
            <a:r>
              <a:t>- vuelve a explicar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defender individualmente, cerrar retrospectiva y realizar la entrega final en Moodle.</a:t>
            </a:r>
          </a:p>
          <a:p>
            <a:r>
              <a:t>Diapositiva 9 de 11: Retrospectiva con evidencia</a:t>
            </a:r>
          </a:p>
          <a:p>
            <a:r>
              <a:t>Fase HEXA: Comunicar — evaluar y reflexionar</a:t>
            </a:r>
          </a:p>
          <a:p>
            <a:r>
              <a:t>Comprueba la evidencia en su fuente canónica: Ahora sí, preparad y realizad la entrega oficial de H1 en Moodle. Recordad: si no está en Moodle, no está entregado oficialmente.</a:t>
            </a:r>
          </a:p>
          <a:p>
            <a:r>
              <a:t>- Una capacidad que ya realizo sin ayuda.</a:t>
            </a:r>
          </a:p>
          <a:p>
            <a:r>
              <a:t>- Una capacidad para la que todavía necesito apoyo.</a:t>
            </a:r>
          </a:p>
          <a:p>
            <a:r>
              <a:t>- Un hábito de trabajo que conservaré.</a:t>
            </a:r>
          </a:p>
          <a:p>
            <a:r>
              <a:t>- Una mejora concreta que aplicaré en H2.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defender individualmente, cerrar retrospectiva y realizar la entrega final en Moodle.</a:t>
            </a:r>
          </a:p>
          <a:p>
            <a:r>
              <a:t>Diapositiva 10 de 11: Cierre de H1</a:t>
            </a:r>
          </a:p>
          <a:p>
            <a:r>
              <a:t>Fase HEXA: Comunicar — evaluar y reflexionar</a:t>
            </a:r>
          </a:p>
          <a:p>
            <a:r>
              <a:t>Cierra con explicación individual, prueba observable y siguiente paso concreto.</a:t>
            </a:r>
          </a:p>
          <a:p>
            <a:r>
              <a:t>- ¿Qué puedes señalar, predecir, ejecutar y modificar para demostrar que comprendes tu propio MiniJarvis?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defender individualmente, cerrar retrospectiva y realizar la entrega final en Moodle.</a:t>
            </a:r>
          </a:p>
          <a:p>
            <a:r>
              <a:t>Diapositiva 11 de 11: Fuentes diferenciadas</a:t>
            </a:r>
          </a:p>
          <a:p>
            <a:r>
              <a:t>Fase HEXA: Comunicar — evaluar y reflexionar</a:t>
            </a:r>
          </a:p>
          <a:p>
            <a:r>
              <a:t>Indica al alumnado dónde ampliar el contenido y qué fragmentos se han adaptado.</a:t>
            </a:r>
          </a:p>
          <a:p>
            <a:r>
              <a:t>- Libro por hitos · Capítulos 00-02: repaso y defensa</a:t>
            </a:r>
          </a:p>
          <a:p>
            <a:r>
              <a:t>- PDF Tema 1 · repaso técnico de §§2-7; no define la defensa</a:t>
            </a:r>
          </a:p>
          <a:p>
            <a:r>
              <a:t>- Proyecto MiniJarvis · fichas S206-S215, píldoras H1 y criterios de evidencia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Qué vas a aprender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asistente ejecutable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aprenderás y cómo lo demostrarás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Al terminar, debes defender individualmente, cerrar retrospectiva y realizar la entrega final en Moodle.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Comprobación: Ahora sí, preparad y realizad la entrega oficial de H1 en Moodle. Recordad: si no está en Moodle, no está entregado oficialmente.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PROCESO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Una defensa demuestra comprensión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señala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19172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10028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47188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7188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explica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315968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06824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3984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predice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112764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03620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0780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0780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ejecuta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909560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00416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37576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37576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modifica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706356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97212" y="2240280"/>
            <a:ext cx="1760220" cy="1874519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34372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4372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vuelve a probar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Rúbrica de la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Señala: localiza la línea o evidencia solicitada.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7608" y="12618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5976" y="14264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Explica: relaciona dato, operación o condición con el resultado.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621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5" y="38267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Modifica: predice un cambio pequeño y lo implementa.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07608" y="36621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877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8267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Verifica: ejecuta de nuevo y reconoce una limitación real de H1.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CONTRASTAR PARA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Respuesta defendible o respuesta vaga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572768"/>
            <a:ext cx="566928" cy="475488"/>
          </a:xfrm>
          <a:prstGeom prst="roundRect">
            <a:avLst/>
          </a:prstGeom>
          <a:solidFill>
            <a:srgbClr val="445B80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267712"/>
            <a:ext cx="4663440" cy="20574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VAGA · Lo hice así porque funcionaba.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1572768"/>
            <a:ext cx="566928" cy="47548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267712"/>
            <a:ext cx="4663440" cy="20574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DEFENDIBLE · Esta línea lee un String, lo guarda en userName y por eso Laura aparece en la salida.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5010912"/>
            <a:ext cx="10762488" cy="932688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230368"/>
            <a:ext cx="10204704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La defensa conecta una afirmación con código, ejecución y evidencia propia.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Hilo conceptual de H1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dato → variable o constante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operación o comparación → resultado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boolean → decisión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salida → prueba observable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requisito → código → ejecución → evidencia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Ronda individual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Explica una variable o constante y una operación.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Predice la salida para una entrada concreta y ejecútala.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Explica la condición y prueba las dos ramas del if/else.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Modifica un dato, operación o condición; vuelve a verificar y localiza la evidencia.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PROCESO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Si aparece una laguna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240280"/>
            <a:ext cx="1993392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487168"/>
            <a:ext cx="1719072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971800"/>
            <a:ext cx="1719072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identifica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71394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00934" y="2240280"/>
            <a:ext cx="1993392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8094" y="2487168"/>
            <a:ext cx="1719072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8094" y="2971800"/>
            <a:ext cx="1719072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investiga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59096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88636" y="2240280"/>
            <a:ext cx="1993392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25796" y="2487168"/>
            <a:ext cx="1719072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5796" y="2971800"/>
            <a:ext cx="1719072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corrige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46798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76338" y="2240280"/>
            <a:ext cx="1993392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3498" y="2487168"/>
            <a:ext cx="1719072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3498" y="2971800"/>
            <a:ext cx="1719072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prueba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334500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464040" y="2240280"/>
            <a:ext cx="1993392" cy="1874519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2487168"/>
            <a:ext cx="1719072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971800"/>
            <a:ext cx="1719072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vuelve a explicar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Retrospectiva con evidencia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Una capacidad que ya realizo sin ayuda.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4431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526029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Una capacidad para la que todavía necesito apoyo.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79018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77190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Un hábito de trabajo que conservaré.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503605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501777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Una mejora concreta que aplicaré en H2.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H1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puedes señalar, predecir, ejecutar y modificar para demostrar que comprendes tu propio MiniJarvis?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TRAZABILIDAD DEL 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Fuentes diferenciadas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asistente ejecutable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515600" cy="6583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2300" b="1">
                <a:solidFill>
                  <a:srgbClr val="1C2330"/>
                </a:solidFill>
                <a:latin typeface="Aptos"/>
              </a:defRPr>
            </a:pPr>
            <a:r>
              <a:t>Esta presentación selecciona y adapta contenido; no sustituye al libro ni copia el PDF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10058400" cy="2331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Libro por hitos · Capítulos 00-02: repaso y defensa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PDF Tema 1 · repaso técnico de §§2-7; no define la defensa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Proyecto MiniJarvis · fichas S206-S215, píldoras H1 y criterios de evidencia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257800"/>
            <a:ext cx="1024128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800" b="1">
                <a:solidFill>
                  <a:srgbClr val="2F5BA8"/>
                </a:solidFill>
                <a:latin typeface="Aptos"/>
              </a:defRPr>
            </a:pPr>
            <a:r>
              <a:t>Consulta el libro para ampliar, practicar y repasar errores frecuentes.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