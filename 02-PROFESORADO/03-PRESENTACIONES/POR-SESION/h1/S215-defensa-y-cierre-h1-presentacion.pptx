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Defensa y cierre H1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H1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215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2F5BA8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2F5BA8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Validar comprensión individual.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2F5BA8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2F5BA8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Plantilla de defensa H1 y portfolio individual.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215 · H1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Defensa: main, variable, constante, Scanner, ejecución y límites de H1.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215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2F5BA8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Cómo se defiende una entrega técnica breve.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2F5BA8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Preguntas modelo: qué es main, qué es una variable, qué hace Scanner.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215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Plantilla de defensa H1 y portfolio individual.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 · Proyector solo si habrá demostración colectiva; la defensa puede realizarse directamente en el equipo.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215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Decidir qué debe mejorar cada alumno antes de H2.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2F5BA8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Trabaja únicamente con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escribas contraseñas, tokens, claves API ni datos personales.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Si utilizas IA en un uso permitido, registra qué pediste, qué recibiste, qué cambiaste y cómo lo comprobaste.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