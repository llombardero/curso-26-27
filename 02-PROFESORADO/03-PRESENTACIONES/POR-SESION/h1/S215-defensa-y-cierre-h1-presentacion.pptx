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y cierre H1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comprensión individual.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Plantilla de defensa H1 y portfolio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Defender no es recitar; es explicar código propio y modificar algo simple.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Preguntas modelo: qué es main, qué es una variable, qué hace Scanner.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Defensa: main, variable, constante, Scanner, ejecución y límites de H1.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Decidir qué debe mejorar cada alumno antes de H2.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Cómo se defiende una entrega técnica breve.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F5BA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Preguntas modelo: qué es main, qué es una variable, qué hace Scanner.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por parejas antes de defensa docente.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Plantilla de defensa H1 y portfolio individual.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Plantilla de defensa H1 y portfolio individual.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215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Decidir qué debe mejorar cada alumno antes de H2.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