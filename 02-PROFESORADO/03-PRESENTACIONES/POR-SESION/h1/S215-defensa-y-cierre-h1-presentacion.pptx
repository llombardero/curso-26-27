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1 de 10: Defensa y cierre del hito</a:t>
            </a:r>
          </a:p>
          <a:p>
            <a:r>
              <a:t>Fase HEXA: Comunicar — evaluar y reflexionar</a:t>
            </a:r>
          </a:p>
          <a:p>
            <a:r>
              <a:t>Presenta el producto y anticipa la evidencia: Quede siguiente paso claro.</a:t>
            </a:r>
          </a:p>
          <a:p>
            <a:r>
              <a:t>Secuencia docente:</a:t>
            </a:r>
          </a:p>
          <a:p>
            <a:r>
              <a:t>- 00:00–00:05 / D1: COMUNICAR: Explica formato y reduce incertidumbre.</a:t>
            </a:r>
          </a:p>
          <a:p>
            <a:r>
              <a:t>- 00:05–00:10 / D2: MODELO DOCENTE: Haz una mini-defensa modelo con código neutro. Muestra respuesta suficiente y vaga.</a:t>
            </a:r>
          </a:p>
          <a:p>
            <a:r>
              <a:t>- 00:10–00:30 / D3: DEFENSAS: Realiza defensas rotativas y pide modificación/predicción.</a:t>
            </a:r>
          </a:p>
          <a:p>
            <a:r>
              <a:t>- 00:30–00:36 / D4: MEJORA: Da oportunidad de corrección inmediata de una carencia pequeña.</a:t>
            </a:r>
          </a:p>
          <a:p>
            <a:r>
              <a:t>- 00:36–00:40 / D5: CIERRE CONCEPTUAL: Pide reconstrucción colectiva y conecta con lo aprendido.</a:t>
            </a:r>
          </a:p>
          <a:p>
            <a:r>
              <a:t>- 00:40–00:45 / D6: RETROSPECTIVA: Cierra el ciclo HEXA y pide registro individual.</a:t>
            </a:r>
          </a:p>
          <a:p>
            <a:r>
              <a:t>Claves docentes:</a:t>
            </a:r>
          </a:p>
          <a:p>
            <a:r>
              <a:t>- Enmarca defensa y cierre del hito con un ejemplo observable y una comprobación.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2 de 10: Qué aprenderás y cómo lo demostrarás</a:t>
            </a:r>
          </a:p>
          <a:p>
            <a:r>
              <a:t>Fase HEXA: Comunicar — evaluar y reflexionar</a:t>
            </a:r>
          </a:p>
          <a:p>
            <a:r>
              <a:t>- Objetivo: Demostrar comprensión individual, modificar algo pequeño y cerrar el ciclo HEXA con reflexión y mejora.</a:t>
            </a:r>
          </a:p>
          <a:p>
            <a:r>
              <a:t>- Comprobación: Quede siguiente paso claro.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3 de 10: Una defensa demuestra comprensión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señala</a:t>
            </a:r>
          </a:p>
          <a:p>
            <a:r>
              <a:t>- explica</a:t>
            </a:r>
          </a:p>
          <a:p>
            <a:r>
              <a:t>- predice</a:t>
            </a:r>
          </a:p>
          <a:p>
            <a:r>
              <a:t>- ejecuta</a:t>
            </a:r>
          </a:p>
          <a:p>
            <a:r>
              <a:t>- modifica</a:t>
            </a:r>
          </a:p>
          <a:p>
            <a:r>
              <a:t>- vuelve a probar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4 de 10: Respuesta defendible o respuesta vaga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VAGA · Lo hice así porque funcionaba.</a:t>
            </a:r>
          </a:p>
          <a:p>
            <a:r>
              <a:t>- DEFENDIBLE · Esta línea lee un String, lo guarda en userName y por eso Laura aparece en la salida.</a:t>
            </a:r>
          </a:p>
          <a:p>
            <a:r>
              <a:t>- La defensa conecta una afirmación con código, ejecución y evidencia propia.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5 de 10: Hilo conceptual de H1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dato → variable o constante</a:t>
            </a:r>
          </a:p>
          <a:p>
            <a:r>
              <a:t>- operación o comparación → resultado</a:t>
            </a:r>
          </a:p>
          <a:p>
            <a:r>
              <a:t>- boolean → decisión</a:t>
            </a:r>
          </a:p>
          <a:p>
            <a:r>
              <a:t>- salida → prueba observable</a:t>
            </a:r>
          </a:p>
          <a:p>
            <a:r>
              <a:t>- requisito → código → ejecución → evidencia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6 de 10: Ronda individual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Señala una línea y explica su función.</a:t>
            </a:r>
          </a:p>
          <a:p>
            <a:r>
              <a:t>- Predice la salida para una entrada concreta y ejecútala.</a:t>
            </a:r>
          </a:p>
          <a:p>
            <a:r>
              <a:t>- Haz una modificación pequeña y predice su efecto.</a:t>
            </a:r>
          </a:p>
          <a:p>
            <a:r>
              <a:t>- Localiza la evidencia que demuestra el resultado.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7 de 10: Si aparece una laguna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identifica</a:t>
            </a:r>
          </a:p>
          <a:p>
            <a:r>
              <a:t>- investiga</a:t>
            </a:r>
          </a:p>
          <a:p>
            <a:r>
              <a:t>- corrige</a:t>
            </a:r>
          </a:p>
          <a:p>
            <a:r>
              <a:t>- prueba</a:t>
            </a:r>
          </a:p>
          <a:p>
            <a:r>
              <a:t>- vuelve a explicar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8 de 10: Retrospectiva con evidencia</a:t>
            </a:r>
          </a:p>
          <a:p>
            <a:r>
              <a:t>Fase HEXA: Comunicar — evaluar y reflexionar</a:t>
            </a:r>
          </a:p>
          <a:p>
            <a:r>
              <a:t>Comprueba la evidencia en su fuente canónica: Quede siguiente paso claro.</a:t>
            </a:r>
          </a:p>
          <a:p>
            <a:r>
              <a:t>- Una capacidad que ya realizo sin ayuda.</a:t>
            </a:r>
          </a:p>
          <a:p>
            <a:r>
              <a:t>- Una capacidad para la que todavía necesito apoyo.</a:t>
            </a:r>
          </a:p>
          <a:p>
            <a:r>
              <a:t>- Un hábito de trabajo que conservaré.</a:t>
            </a:r>
          </a:p>
          <a:p>
            <a:r>
              <a:t>- Una mejora concreta que aplicaré en H2.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9 de 10: Cierre de H1</a:t>
            </a:r>
          </a:p>
          <a:p>
            <a:r>
              <a:t>Fase HEXA: Comunicar — evaluar y reflexionar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predecir, ejecutar y modificar para demostrar que comprendes tu propio MiniJarvis?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10 de 10: Fuentes utilizadas</a:t>
            </a:r>
          </a:p>
          <a:p>
            <a:r>
              <a:t>Fase HEXA: Comunicar — evaluar y reflexionar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capítulos 01-02 · Defensa y cierre de H1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y cierre del hito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Demostrar comprensión individual, modificar algo pequeño y cerrar el ciclo HEXA con reflexión y mejora.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siguiente paso claro.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Una defensa demuestra comprensión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señala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9172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0028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7188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explica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1596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6824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predice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1276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03620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ejecuta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956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00416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7576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modifica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70635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7212" y="2240280"/>
            <a:ext cx="1760220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437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37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vuelve a probar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Respuesta defendible o respuesta vaga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VAGA · Lo hice así porque funcionaba.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DEFENDIBLE · Esta línea lee un String, lo guarda en userName y por eso Laura aparece en la salida.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La defensa conecta una afirmación con código, ejecución y evidencia propia.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Hilo conceptual de H1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dato → variable o constante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operación o comparación → resultado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boolean → decisión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salida → prueba observable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requisito → código → ejecución → evidencia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Ronda individual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Señala una línea y explica su función.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la salida para una entrada concreta y ejecútala.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Haz una modificación pequeña y predice su efecto.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Localiza la evidencia que demuestra el resultado.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Si aparece una laguna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identifica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7139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0934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8094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8094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investiga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5909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8636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5796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5796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corrige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4679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76338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3498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3498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prueba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33450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64040" y="2240280"/>
            <a:ext cx="1993392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vuelve a explicar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Retrospectiva con evidencia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Una capacidad que ya realizo sin ayuda.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Una capacidad para la que todavía necesito apoyo.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 hábito de trabajo que conservaré.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Una mejora concreta que aplicaré en H2.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H1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predecir, ejecutar y modificar para demostrar que comprendes tu propio MiniJarvis?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capítulos 01-02 · Defensa y cierre de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