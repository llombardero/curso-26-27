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1 de 9: Defensa y cierre del hito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Quede siguiente paso claro.</a:t>
            </a:r>
          </a:p>
          <a:p>
            <a:r>
              <a:t>Secuencia docente:</a:t>
            </a:r>
          </a:p>
          <a:p>
            <a:r>
              <a:t>- 00:00–00:05 / D1: COMUNICAR: Explica formato y reduce incertidumbre.</a:t>
            </a:r>
          </a:p>
          <a:p>
            <a:r>
              <a:t>- 00:05–00:10 / D2: MODELO DOCENTE: Haz una mini-defensa modelo con código neutro. Muestra respuesta suficiente y vaga.</a:t>
            </a:r>
          </a:p>
          <a:p>
            <a:r>
              <a:t>- 00:10–00:30 / D3: DEFENSAS: Realiza defensas rotativas y pide modificación/predicción.</a:t>
            </a:r>
          </a:p>
          <a:p>
            <a:r>
              <a:t>- 00:30–00:36 / D4: MEJORA: Da oportunidad de corrección inmediata de una carencia pequeña.</a:t>
            </a:r>
          </a:p>
          <a:p>
            <a:r>
              <a:t>- 00:36–00:40 / D5: CIERRE CONCEPTUAL: Pide reconstrucción colectiva y conecta con lo aprendido.</a:t>
            </a:r>
          </a:p>
          <a:p>
            <a:r>
              <a:t>- 00:40–00:45 / D6: RETROSPECTIVA: Cierra el ciclo HEXA y pide registro individual.</a:t>
            </a:r>
          </a:p>
          <a:p>
            <a:r>
              <a:t>Claves docentes:</a:t>
            </a:r>
          </a:p>
          <a:p>
            <a:r>
              <a:t>- Enmarca defensa y cierre del hito con un ejemplo observable y una comprobación.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2 de 9: Qué debe conseguirse</a:t>
            </a:r>
          </a:p>
          <a:p>
            <a:r>
              <a:t>Fase HEXA: Comunicar — evaluar y reflexionar</a:t>
            </a:r>
          </a:p>
          <a:p>
            <a:r>
              <a:t>- Objetivo: Demostrar comprensión individual, modificar algo pequeño y cerrar el ciclo HEXA con reflexión y mejora.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3 de 9: Ejemplo o demostración · 1</a:t>
            </a:r>
          </a:p>
          <a:p>
            <a:r>
              <a:t>Fase HEXA: Comunicar — evaluar y reflexionar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La defensa no es recitar — Vas a señalar, explicar, ejecutar y modificar una parte pequeña de tu propio H1.</a:t>
            </a:r>
          </a:p>
          <a:p>
            <a:r>
              <a:t>- D2 · Así es una respuesta defendible SEÑALA: “Esta línea lee el nombre” / “Esta variable guarda la edad” \| EXPLICA: tipo, decisión y efecto \| DEMUESTRA:</a:t>
            </a:r>
          </a:p>
          <a:p>
            <a:r>
              <a:t>- ejecuta con una entrada y predice la salida</a:t>
            </a:r>
          </a:p>
          <a:p>
            <a:r>
              <a:t>- D3 · Ronda de defensa + ensayo por parejas — Mientras una persona defiende, el resto:</a:t>
            </a:r>
          </a:p>
          <a:p>
            <a:r>
              <a:t>- • ensaya preguntas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4 de 9: Ejemplo o demostración · 2</a:t>
            </a:r>
          </a:p>
          <a:p>
            <a:r>
              <a:t>Fase HEXA: Comunicar — evaluar y reflexionar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• revisa el diario y la selección de evidencias del Site</a:t>
            </a:r>
          </a:p>
          <a:p>
            <a:r>
              <a:t>- • comprueba enlaces</a:t>
            </a:r>
          </a:p>
          <a:p>
            <a:r>
              <a:t>- • prepara una modificación pequeña</a:t>
            </a:r>
          </a:p>
          <a:p>
            <a:r>
              <a:t>- D4 · Si aparece una laguna, se recupera la evidencia concreta — No hace falta repetir todo H1.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5 de 9: Actividad central · 1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6 de 9: Actividad central · 2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7 de 9: Evidencia y comprobación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Quede siguiente paso claro.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8 de 9: Seguridad y uso responsable</a:t>
            </a:r>
          </a:p>
          <a:p>
            <a:r>
              <a:t>Fase HEXA: Comunicar — evaluar y reflexionar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Demostrar comprensión individual, modificar algo pequeño y cerrar el ciclo HEXA con reflexión y mejora.</a:t>
            </a:r>
          </a:p>
          <a:p>
            <a:r>
              <a:t>Diapositiva 9 de 9: Cierre y defensa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/mnt/compartido/Programación-26-27/Minijarvis/02-PROFESORADO/02-SESIONES/h1/S215-defensa-y-cierre-h1-docente.md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del hito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Comunicar — evaluar y reflexionar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Demostrar comprensión individual, modificar algo pequeño y cerrar el ciclo HEXA con reflexión y mejora.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D1 · La defensa no es recitar — Vas a señalar, explicar, ejecutar y modificar una parte pequeña de tu propio H1.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D2 · Así es una respuesta defendible SEÑALA: “Esta línea lee el nombre” / “Esta variable guarda la edad” \| EXPLICA: tipo, decisión y efecto \| DEMUESTRA: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ejecuta con una entrada y predice la salida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D3 · Ronda de defensa + ensayo por parejas — Mientras una persona defiende, el resto: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• ensaya preguntas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• revisa el diario y la selección de evidencias del Site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• comprueba enlaces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• prepara una modificación pequeña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D4 · Si aparece una laguna, se recupera la evidencia concreta — No hace falta repetir todo H1.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