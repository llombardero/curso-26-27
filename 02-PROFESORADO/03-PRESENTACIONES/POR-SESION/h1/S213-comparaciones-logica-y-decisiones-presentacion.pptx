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1 de 10: Qué vas a aprender</a:t>
            </a:r>
          </a:p>
          <a:p>
            <a:r>
              <a:t>Fase HEXA: Ejecutar — crear</a:t>
            </a:r>
          </a:p>
          <a:p>
            <a:r>
              <a:t>Presenta el producto y anticipa la evidencia: La evidencia de hoy debe demostrar dos ramas. No basta con probar el caso favorable.</a:t>
            </a:r>
          </a:p>
          <a:p>
            <a:r>
              <a:t>Secuencia docente:</a:t>
            </a:r>
          </a:p>
          <a:p>
            <a:r>
              <a:t>- 45 minutos: Construid una micropráctica defendible: dato, comparación, boolean, if/else y salida. Debéis probar dos casos: uno que entre por if y otro que entre por else.</a:t>
            </a:r>
          </a:p>
          <a:p>
            <a:r>
              <a:t>Claves docentes:</a:t>
            </a:r>
          </a:p>
          <a:p>
            <a:r>
              <a:t>- Úsala antes de if/else y antes de pedir las dos pruebas.</a:t>
            </a:r>
          </a:p>
          <a:p>
            <a:r>
              <a:t>- Una comparación produce un booleano: true o false. = asigna; == compara. if necesita una condición booleana. En H1 hacemos decisiones pequeñas; menús y decisiones encadenadas vendrán en H2.</a:t>
            </a:r>
          </a:p>
          <a:p>
            <a:r>
              <a:t>- Empieza con comparadores:</a:t>
            </a:r>
          </a:p>
          <a:p>
            <a:r>
              <a:t>- 5 &gt; 3 -&gt; true</a:t>
            </a:r>
          </a:p>
          <a:p>
            <a:r>
              <a:t>- 2 false</a:t>
            </a:r>
          </a:p>
          <a:p>
            <a:r>
              <a:t>- 5 == 5 -&gt; true</a:t>
            </a:r>
          </a:p>
          <a:p>
            <a:r>
              <a:t>- 5 == 4 -&gt; false</a:t>
            </a:r>
          </a:p>
          <a:p>
            <a:r>
              <a:t>- 5 != 4 -&gt; true</a:t>
            </a:r>
          </a:p>
          <a:p>
            <a:r>
              <a:t>- Pregunta:</a:t>
            </a:r>
          </a:p>
          <a:p>
            <a:r>
              <a:t>- 5 &gt; 3 devuelve 5, devuelve 3 o devuelve una respuesta lógica.</a:t>
            </a:r>
          </a:p>
          <a:p>
            <a:r>
              <a:t>- Contrasta asignar y comparar:</a:t>
            </a:r>
          </a:p>
          <a:p>
            <a:r>
              <a:t>- int horas = 4; // asignación</a:t>
            </a:r>
          </a:p>
          <a:p>
            <a:r>
              <a:t>- horas == 4 // comparación: true o false</a:t>
            </a:r>
          </a:p>
          <a:p>
            <a:r>
              <a:t>- Trabaja límites:</a:t>
            </a:r>
          </a:p>
          <a:p>
            <a:r>
              <a:t>- int horas = 4;</a:t>
            </a:r>
          </a:p>
          <a:p>
            <a:r>
              <a:t>- horas &gt; 4</a:t>
            </a:r>
          </a:p>
          <a:p>
            <a:r>
              <a:t>- horas &gt;= 4</a:t>
            </a:r>
          </a:p>
          <a:p>
            <a:r>
              <a:t>- Predice ambas expresiones.</a:t>
            </a:r>
          </a:p>
          <a:p>
            <a:r>
              <a:t>- Recuerda:</a:t>
            </a:r>
          </a:p>
          <a:p>
            <a:r>
              <a:t>- En esta sesión no usamos == para comparar String.</a:t>
            </a:r>
          </a:p>
          <a:p>
            <a:r>
              <a:t>- Ahora introduce &amp;&amp;, || y ! desde lenguaje natural:</a:t>
            </a:r>
          </a:p>
          <a:p>
            <a:r>
              <a:t>- boolean puedeEmpezar = tieneNombre &amp;&amp; tieneObjetivo;</a:t>
            </a:r>
          </a:p>
          <a:p>
            <a:r>
              <a:t>- Di:</a:t>
            </a:r>
          </a:p>
          <a:p>
            <a:r>
              <a:t>- MiniJarvis puede comenzar si tiene nombre y tiene objetivo.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2 de 10: Qué aprenderás y cómo lo demostrarás</a:t>
            </a:r>
          </a:p>
          <a:p>
            <a:r>
              <a:t>Fase HEXA: Ejecutar — crear</a:t>
            </a:r>
          </a:p>
          <a:p>
            <a:r>
              <a:t>- Objetivo: Al terminar, debes construir booleanos, combinar condiciones y usar una decisión if/else con dos ramas probadas.</a:t>
            </a:r>
          </a:p>
          <a:p>
            <a:r>
              <a:t>- Comprobación: La evidencia de hoy debe demostrar dos ramas. No basta con probar el caso favorable.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3 de 10: Comparar produce boolean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int hours = 5;</a:t>
            </a:r>
          </a:p>
          <a:p>
            <a:r>
              <a:t>boolean enough = hours &gt;= 4;</a:t>
            </a:r>
          </a:p>
          <a:p>
            <a:r>
              <a:t>System.out.println(hours == 5); // true</a:t>
            </a:r>
          </a:p>
          <a:p>
            <a:r>
              <a:t>System.out.println(hours != 5); // false</a:t>
            </a:r>
          </a:p>
          <a:p>
            <a:r>
              <a:t>System.out.println(enough);     // true</a:t>
            </a:r>
          </a:p>
          <a:p>
            <a:r>
              <a:t>- = asigna; == compara.</a:t>
            </a:r>
          </a:p>
          <a:p>
            <a:r>
              <a:t>- Comparar devuelve true o false, no uno de los operandos.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4 de 10: AND y OR, solo si hacen falta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&amp;&amp; · las dos condiciones deben ser true.</a:t>
            </a:r>
          </a:p>
          <a:p>
            <a:r>
              <a:t>- || · basta con que una condición sea true.</a:t>
            </a:r>
          </a:p>
          <a:p>
            <a:r>
              <a:t>- Traduce primero a palabras: necesita ayuda si no puede empezar o si tiene un error.</a:t>
            </a:r>
          </a:p>
          <a:p>
            <a:r>
              <a:t>- Ampliación: combina una sola vez; el núcleo de hoy es comparar y decidir con if/else.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5 de 10: if / else: dos caminos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if (hours &gt;= 4) {</a:t>
            </a:r>
          </a:p>
          <a:p>
            <a:r>
              <a:t>    System.out.println("Objetivo alcanzado");</a:t>
            </a:r>
          </a:p>
          <a:p>
            <a:r>
              <a:t>} else {</a:t>
            </a:r>
          </a:p>
          <a:p>
            <a:r>
              <a:t>    System.out.println("Objetivo pendiente");</a:t>
            </a:r>
          </a:p>
          <a:p>
            <a:r>
              <a:t>}</a:t>
            </a:r>
          </a:p>
          <a:p>
            <a:r>
              <a:t>- hours = 5 → Objetivo alcanzado</a:t>
            </a:r>
          </a:p>
          <a:p>
            <a:r>
              <a:t>- hours = 2 → Objetivo pendiente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6 de 10: Condición válida e inválida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VÁLIDA · if (hours &gt;= 4) { ... }</a:t>
            </a:r>
          </a:p>
          <a:p>
            <a:r>
              <a:t>- INVÁLIDA · if (hours) { ... }</a:t>
            </a:r>
          </a:p>
          <a:p>
            <a:r>
              <a:t>- if necesita una expresión boolean; hours es int.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7 de 10: Dato → decisión → salida</a:t>
            </a:r>
          </a:p>
          <a:p>
            <a:r>
              <a:t>Fase HEXA: Ejecutar — crear</a:t>
            </a:r>
          </a:p>
          <a:p>
            <a:r>
              <a:t>Entrega la consigna, observa decisiones y pide una prueba reproducible.</a:t>
            </a:r>
          </a:p>
          <a:p>
            <a:r>
              <a:t>- Construye una comparación y guarda su boolean.</a:t>
            </a:r>
          </a:p>
          <a:p>
            <a:r>
              <a:t>- Programa un if/else y predice las dos salidas.</a:t>
            </a:r>
          </a:p>
          <a:p>
            <a:r>
              <a:t>- Ejecuta un caso true y otro false.</a:t>
            </a:r>
          </a:p>
          <a:p>
            <a:r>
              <a:t>- Si terminas, añade una única condición con &amp;&amp; u || y explícala con palabras.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8 de 10: Cobertura de las dos ramas</a:t>
            </a:r>
          </a:p>
          <a:p>
            <a:r>
              <a:t>Fase HEXA: Ejecutar — crear</a:t>
            </a:r>
          </a:p>
          <a:p>
            <a:r>
              <a:t>Comprueba la evidencia en su fuente canónica: La evidencia de hoy debe demostrar dos ramas. No basta con probar el caso favorable.</a:t>
            </a:r>
          </a:p>
          <a:p>
            <a:r>
              <a:t>- Caso A y salida esperada quedan registrados.</a:t>
            </a:r>
          </a:p>
          <a:p>
            <a:r>
              <a:t>- Caso B y salida esperada quedan registrados.</a:t>
            </a:r>
          </a:p>
          <a:p>
            <a:r>
              <a:t>- Puedo señalar condición, bloque if y bloque else.</a:t>
            </a:r>
          </a:p>
          <a:p>
            <a:r>
              <a:t>- La práctica sigue siendo pequeña; los menús pertenecen a H2.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9 de 10: Comprobación final</a:t>
            </a:r>
          </a:p>
          <a:p>
            <a:r>
              <a:t>Fase HEXA: Ejecutar — crear</a:t>
            </a:r>
          </a:p>
          <a:p>
            <a:r>
              <a:t>Cierra con explicación individual, prueba observable y siguiente paso concreto.</a:t>
            </a:r>
          </a:p>
          <a:p>
            <a:r>
              <a:t>- Explica en palabras qué hace una comparación, qué necesita if y cómo demuestras que ambas ramas funcionan.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Al terminar, debes construir booleanos, combinar condiciones y usar una decisión if/else con dos ramas probadas.</a:t>
            </a:r>
          </a:p>
          <a:p>
            <a:r>
              <a:t>Diapositiva 10 de 10: Fuentes diferenciadas</a:t>
            </a:r>
          </a:p>
          <a:p>
            <a:r>
              <a:t>Fase HEXA: Ejecutar — crear</a:t>
            </a:r>
          </a:p>
          <a:p>
            <a:r>
              <a:t>Indica al alumnado dónde ampliar el contenido y qué fragmentos se han adaptado.</a:t>
            </a:r>
          </a:p>
          <a:p>
            <a:r>
              <a:t>- Libro por hitos · Capítulos 02-03: comparación y decisiones</a:t>
            </a:r>
          </a:p>
          <a:p>
            <a:r>
              <a:t>- PDF Tema 1 · §§5 y 7: lógica y estructura condicional</a:t>
            </a:r>
          </a:p>
          <a:p>
            <a:r>
              <a:t>- Proyecto MiniJarvis · fichas S206-S215, píldoras H1 y criterios de evidencia</a:t>
            </a:r>
          </a:p>
          <a:p>
            <a:r>
              <a:t>Fuente docente: /mnt/compartido/Programación-26-27/Minijarvis/02-PROFESORADO/02-SESIONES/h1/S213-comparaciones-logica-y-decisiones-docente.md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Qué vas a aprender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H1 — Primer asistente ejecutable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aprenderás y cómo lo demostrarás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Al terminar, debes construir booleanos, combinar condiciones y usar una decisión if/else con dos ramas probadas.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Comprobación: La evidencia de hoy debe demostrar dos ramas. No basta con probar el caso favorable.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CÓDIGO EXPLICADO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Comparar produce boolean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7315200" cy="4709160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6903720" cy="425196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FFFFFF"/>
                </a:solidFill>
                <a:latin typeface="Liberation Mono"/>
              </a:defRPr>
            </a:pPr>
            <a:r>
              <a:t>int hours = 5;</a:t>
            </a:r>
            <a:br/>
            <a:r>
              <a:t>boolean enough = hours &gt;= 4;</a:t>
            </a:r>
            <a:br/>
            <a:r>
              <a:t>System.out.println(hours == 5); // true</a:t>
            </a:r>
            <a:br/>
            <a:r>
              <a:t>System.out.println(hours != 5); // false</a:t>
            </a:r>
            <a:br/>
            <a:r>
              <a:t>System.out.println(enough);     //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01568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27632"/>
            <a:ext cx="288036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LEE Y PREDICE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78892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= asigna; == compara.</a:t>
            </a:r>
          </a:p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Comparar devuelve true o false, no uno de los operandos.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AND y OR, solo si hacen falta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&amp;&amp; · las dos condiciones deben ser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|| · basta con que una condición sea true.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Traduce primero a palabras: necesita ayuda si no puede empezar o si tiene un error.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760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Ampliación: combina una sola vez; el núcleo de hoy es comparar y decidir con if/else.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CÓDIGO EXPLICADO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if / else: dos caminos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7315200" cy="4709160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6903720" cy="425196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FFFFF"/>
                </a:solidFill>
                <a:latin typeface="Liberation Mono"/>
              </a:defRPr>
            </a:pPr>
            <a:r>
              <a:t>if (hours &gt;= 4) {</a:t>
            </a:r>
            <a:br/>
            <a:r>
              <a:t>    System.out.println("Objetivo alcanzado");</a:t>
            </a:r>
            <a:br/>
            <a:r>
              <a:t>} else {</a:t>
            </a:r>
            <a:br/>
            <a:r>
              <a:t>    System.out.println("Objetivo pendiente");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01568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27632"/>
            <a:ext cx="288036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LEE Y PREDICE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78892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hours = 5 → Objetivo alcanzado</a:t>
            </a:r>
          </a:p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hours = 2 → Objetivo pendiente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CONTRASTAR PARA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Condición válida e inválida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572768"/>
            <a:ext cx="566928" cy="475488"/>
          </a:xfrm>
          <a:prstGeom prst="roundRect">
            <a:avLst/>
          </a:prstGeom>
          <a:solidFill>
            <a:srgbClr val="445B80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VÁLIDA · if (hours &gt;= 4) { ...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572768"/>
            <a:ext cx="566928" cy="47548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INVÁLIDA · if (hours) { ...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010912"/>
            <a:ext cx="10762488" cy="932688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30368"/>
            <a:ext cx="10204704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if necesita una expresión boolean; hours es 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Dato → decisión → salida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Construye una comparación y guarda su boolean.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Programa un if/else y predice las dos salidas.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Ejecuta un caso true y otro false.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Si terminas, añade una única condición con &amp;&amp; u || y explícala con palabras.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Cobertura de las dos ramas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Caso A y salida esperada quedan registrados.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4431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526029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Caso B y salida esperada quedan registrados.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79018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77190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señalar condición, bloque if y bloque else.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503605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501777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 práctica sigue siendo pequeña; los menús pertenecen a H2.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Comprobación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Explica en palabras qué hace una comparación, qué necesita if y cómo demuestras que ambas ramas funcionan.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TRAZABILIDAD DEL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Fuentes diferenciadas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asistente ejecutable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515600" cy="6583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2300" b="1">
                <a:solidFill>
                  <a:srgbClr val="1C2330"/>
                </a:solidFill>
                <a:latin typeface="Aptos"/>
              </a:defRPr>
            </a:pPr>
            <a:r>
              <a:t>Esta presentación selecciona y adapta contenido; no sustituye al libro ni copia el PDF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2331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Libro por hitos · Capítulos 02-03: comparación y decisiones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PDF Tema 1 · §§5 y 7: lógica y estructura condicional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Proyecto MiniJarvis · fichas S206-S215, píldoras H1 y criterios de 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800" b="1">
                <a:solidFill>
                  <a:srgbClr val="2F5BA8"/>
                </a:solidFill>
                <a:latin typeface="Aptos"/>
              </a:defRPr>
            </a:pPr>
            <a:r>
              <a:t>Consulta el libro para ampliar, practicar y repasar errores frecuentes.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