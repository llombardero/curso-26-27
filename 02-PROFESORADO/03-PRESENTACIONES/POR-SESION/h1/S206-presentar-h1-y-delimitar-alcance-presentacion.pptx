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1 de 9: H1: qué vamos a construir y qué queda fuera</a:t>
            </a:r>
          </a:p>
          <a:p>
            <a:r>
              <a:t>Fase HEXA: Activar — entender el reto</a:t>
            </a:r>
          </a:p>
          <a:p>
            <a:r>
              <a:t>Presenta el producto y anticipa la evidencia: Quede una evidencia y siguiente paso registrados.</a:t>
            </a:r>
          </a:p>
          <a:p>
            <a:r>
              <a:t>Secuencia docente:</a:t>
            </a:r>
          </a:p>
          <a:p>
            <a:r>
              <a:t>- 00:00–00:04 / D1: ACTIVAR: Presenta H1 como primer incremento técnico. No muestres código todavía. Pregunta qué creen que debería poder hacer al final del hito.</a:t>
            </a:r>
          </a:p>
          <a:p>
            <a:r>
              <a:t>- 00:04–00:09 / D2: ACTIVAR: Lee la salida y pregunta qué partes parecen fijas y cuál depende de la entrada.</a:t>
            </a:r>
          </a:p>
          <a:p>
            <a:r>
              <a:t>- 00:09–00:15 / D3: PÍLDORA DOCENTE 1/1: Explica los tres objetivos que aparecen en Tema 1 y tradúcelos al nivel de H1. Evita tecnicismos de rendimiento.</a:t>
            </a:r>
          </a:p>
          <a:p>
            <a:r>
              <a:t>- 00:15–00:25 / D4: ACTIVIDAD: Lee propuestas y obliga a justificar. No des la clasificación de inmediato.</a:t>
            </a:r>
          </a:p>
          <a:p>
            <a:r>
              <a:t>- 00:25–00:38 / D5: ACTIVIDAD: Modela un requisito: “Al ejecutar, aparece un saludo”. Luego circula sin dictar el resto.</a:t>
            </a:r>
          </a:p>
          <a:p>
            <a:r>
              <a:t>- 00:38–00:45 / D6: CIERRE: Escucha 2–3 microdefensas y pide registrar objetivo, decisión y siguiente paso.</a:t>
            </a:r>
          </a:p>
          <a:p>
            <a:r>
              <a:t>Claves docentes:</a:t>
            </a:r>
          </a:p>
          <a:p>
            <a:r>
              <a:t>- PÍLDORA DOCENTE 1/1: Explica los tres objetivos que aparecen en Tema 1 y tradúcelos al nivel de H1. Evita tecnicismos de rendimiento.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2 de 9: Qué aprenderás y cómo lo demostrarás</a:t>
            </a:r>
          </a:p>
          <a:p>
            <a:r>
              <a:t>Fase HEXA: Activar — entender el reto</a:t>
            </a:r>
          </a:p>
          <a:p>
            <a:r>
              <a:t>- Objetivo: Entender el reto, delimitar H1 y convertirlo en requisitos observables.</a:t>
            </a:r>
          </a:p>
          <a:p>
            <a:r>
              <a:t>- Comprobación: Quede una evidencia y siguiente paso registrados.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3 de 9: H1 ahora; lo demás después</a:t>
            </a:r>
          </a:p>
          <a:p>
            <a:r>
              <a:t>Fase HEXA: Activar — entender el reto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AHORA · programa Java de consola, saludo, datos simples, entrada/salida, prueba y explicación</a:t>
            </a:r>
          </a:p>
          <a:p>
            <a:r>
              <a:t>- DESPUÉS O FUERA · menús, bucles, memoria persistente, ficheros, credenciales e IA real</a:t>
            </a:r>
          </a:p>
          <a:p>
            <a:r>
              <a:t>- Una función entra en H1 solo si puede observarse, probarse y defenderse sin inflar el producto.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4 de 9: El MiniJarvis mínimo ya es demostrable</a:t>
            </a:r>
          </a:p>
          <a:p>
            <a:r>
              <a:t>Fase HEXA: Activar — entender el reto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Hola, soy MiniJarvis.</a:t>
            </a:r>
          </a:p>
          <a:p>
            <a:r>
              <a:t>¿Cómo te llamas? Laura</a:t>
            </a:r>
          </a:p>
          <a:p>
            <a:r>
              <a:t>Encantado, Laura.</a:t>
            </a:r>
          </a:p>
          <a:p>
            <a:r>
              <a:t>Estoy aprendiendo la base de Java.</a:t>
            </a:r>
          </a:p>
          <a:p>
            <a:r>
              <a:t>- Describe exactamente lo que existe: no promete memoria ni inteligencia que todavía no tiene.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5 de 9: De una idea a requisitos comprobables</a:t>
            </a:r>
          </a:p>
          <a:p>
            <a:r>
              <a:t>Fase HEXA: Activar — entender el reto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Muestra · pide · guarda · calcula · ejecuta · explica: verbos que producen resultados observables.</a:t>
            </a:r>
          </a:p>
          <a:p>
            <a:r>
              <a:t>- Correcto: cumple la tarea y supera los casos previstos.</a:t>
            </a:r>
          </a:p>
          <a:p>
            <a:r>
              <a:t>- Sencillo: no añade trabajo o complejidad innecesaria.</a:t>
            </a:r>
          </a:p>
          <a:p>
            <a:r>
              <a:t>- Mantenible: se entiende y puede modificarse sin romperse.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6 de 9: Delimita el incremento H1</a:t>
            </a:r>
          </a:p>
          <a:p>
            <a:r>
              <a:t>Fase HEXA: Activar — entender el reto</a:t>
            </a:r>
          </a:p>
          <a:p>
            <a:r>
              <a:t>Entrega la consigna, observa decisiones y pide una prueba reproducible.</a:t>
            </a:r>
          </a:p>
          <a:p>
            <a:r>
              <a:t>- Clasifica cada propuesta en H1 ahora, hito posterior o fuera del reto.</a:t>
            </a:r>
          </a:p>
          <a:p>
            <a:r>
              <a:t>- Escribe entre 4 y 6 requisitos observables.</a:t>
            </a:r>
          </a:p>
          <a:p>
            <a:r>
              <a:t>- Añade 2 o 3 límites explícitos.</a:t>
            </a:r>
          </a:p>
          <a:p>
            <a:r>
              <a:t>- Para cada requisito indica cómo lo comprobarás.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7 de 9: Puerta de avance</a:t>
            </a:r>
          </a:p>
          <a:p>
            <a:r>
              <a:t>Fase HEXA: Activar — entender el reto</a:t>
            </a:r>
          </a:p>
          <a:p>
            <a:r>
              <a:t>Comprueba la evidencia en su fuente canónica: Quede una evidencia y siguiente paso registrados.</a:t>
            </a:r>
          </a:p>
          <a:p>
            <a:r>
              <a:t>- Puedo describir H1 en una frase.</a:t>
            </a:r>
          </a:p>
          <a:p>
            <a:r>
              <a:t>- Cada requisito tiene una prueba observable.</a:t>
            </a:r>
          </a:p>
          <a:p>
            <a:r>
              <a:t>- Puedo justificar por qué una función queda fuera.</a:t>
            </a:r>
          </a:p>
          <a:p>
            <a:r>
              <a:t>- He definido una evidencia concreta y el siguiente paso.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8 de 9: Defiende el alcance</a:t>
            </a:r>
          </a:p>
          <a:p>
            <a:r>
              <a:t>Fase HEXA: Activar — entender el reto</a:t>
            </a:r>
          </a:p>
          <a:p>
            <a:r>
              <a:t>Cierra con explicación individual, prueba observable y siguiente paso concreto.</a:t>
            </a:r>
          </a:p>
          <a:p>
            <a:r>
              <a:t>- Completa: H1 no tendrá ____ porque ____; lo comprobaremos mediante ____. 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9 de 9: Fuentes utilizadas</a:t>
            </a:r>
          </a:p>
          <a:p>
            <a:r>
              <a:t>Fase HEXA: Activar — entender el reto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Libro: introducción de H1 · Tema 1: objetivos de un programa</a:t>
            </a:r>
          </a:p>
          <a:p>
            <a:r>
              <a:t>- Fichas S206-S215 y píldoras H1</a:t>
            </a:r>
          </a:p>
          <a:p>
            <a:r>
              <a:t>- Ejemplos revisados y adaptados a MiniJarvis; no se copian errores ni capturas antiguas del PDF.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H1: qué vamos a construir y qué queda fuera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el reto, delimitar H1 y convertirlo en requisitos observables.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Quede una evidencia y siguiente paso registrados.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H1 ahora; lo demás después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AHORA · programa Java de consola, saludo, datos simples, entrada/salida, prueba y explicación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DESPUÉS O FUERA · menús, bucles, memoria persistente, ficheros, credenciales e IA real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función entra en H1 solo si puede observarse, probarse y defenderse sin inflar el producto.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SALIDA OBSERVABLE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El MiniJarvis mínimo ya es demostrable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71600"/>
            <a:ext cx="6995160" cy="452628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9344"/>
            <a:ext cx="2286000" cy="2743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CONSOLA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6355080" cy="33832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2000">
                <a:solidFill>
                  <a:srgbClr val="FFFFFF"/>
                </a:solidFill>
                <a:latin typeface="Liberation Mono"/>
              </a:defRPr>
            </a:pPr>
            <a:r>
              <a:t>Hola, soy MiniJarvis.</a:t>
            </a:r>
            <a:br/>
            <a:r>
              <a:t>¿Cómo te llamas? Laura</a:t>
            </a:r>
            <a:br/>
            <a:r>
              <a:t>Encantado, Laura.</a:t>
            </a:r>
            <a:br/>
            <a:r>
              <a:t>Estoy aprendiendo la base de Java.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371600"/>
            <a:ext cx="35844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627632"/>
            <a:ext cx="301752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QUÉ DEMUESTRA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2148840"/>
            <a:ext cx="2889504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Describe exactamente lo que existe: no promete memoria ni inteligencia que todavía no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 una idea a requisitos comprobables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Muestra · pide · guarda · calcula · ejecuta · explica: verbos que producen resultados observables.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Correcto: cumple la tarea y supera los casos previstos.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Sencillo: no añade trabajo o complejidad innecesaria.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Mantenible: se entiende y puede modificarse sin romperse.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Delimita el incremento H1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Clasifica cada propuesta en H1 ahora, hito posterior o fuera del reto.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Escribe entre 4 y 6 requisitos observables.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Añade 2 o 3 límites explícitos.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Para cada requisito indica cómo lo comprobarás.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Puerta de avance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describir H1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requisito tiene una prueba observable.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justificar por qué una función queda fuera.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definido una evidencia concreta y el siguiente paso.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Defiende el alcance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Completa: H1 no tendrá ____ porque ____; lo comprobaremos mediante ____.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utilizadas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Libro: introducción de H1 · Tema 1: objetivos de un programa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Fichas S206-S215 y píldoras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Ejemplos revisados y adaptados a MiniJarvis; no se copian errores ni capturas antiguas del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