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1 de 9: H1: qué vamos a construir y qué queda fuera</a:t>
            </a:r>
          </a:p>
          <a:p>
            <a:r>
              <a:t>Fase HEXA: Activar — entender el reto</a:t>
            </a:r>
          </a:p>
          <a:p>
            <a:r>
              <a:t>Presenta el producto y anticipa la evidencia: Quede una evidencia y siguiente paso registrados.</a:t>
            </a:r>
          </a:p>
          <a:p>
            <a:r>
              <a:t>Secuencia docente:</a:t>
            </a:r>
          </a:p>
          <a:p>
            <a:r>
              <a:t>- 00:00–00:04 / D1: ACTIVAR: Presenta H1 como primer incremento técnico. No muestres código todavía. Pregunta qué creen que debería poder hacer al final del hito.</a:t>
            </a:r>
          </a:p>
          <a:p>
            <a:r>
              <a:t>- 00:04–00:09 / D2: ACTIVAR: Lee la salida y pregunta qué partes parecen fijas y cuál depende de la entrada.</a:t>
            </a:r>
          </a:p>
          <a:p>
            <a:r>
              <a:t>- 00:09–00:15 / D3: PÍLDORA DOCENTE 1/1: Explica los tres objetivos que aparecen en Tema 1 y tradúcelos al nivel de H1. Evita tecnicismos de rendimiento.</a:t>
            </a:r>
          </a:p>
          <a:p>
            <a:r>
              <a:t>- 00:15–00:25 / D4: ACTIVIDAD: Lee propuestas y obliga a justificar. No des la clasificación de inmediato.</a:t>
            </a:r>
          </a:p>
          <a:p>
            <a:r>
              <a:t>- 00:25–00:38 / D5: ACTIVIDAD: Modela un requisito: “Al ejecutar, aparece un saludo”. Luego circula sin dictar el resto.</a:t>
            </a:r>
          </a:p>
          <a:p>
            <a:r>
              <a:t>- 00:38–00:45 / D6: CIERRE: Escucha 2–3 microdefensas y pide registrar objetivo, decisión y siguiente paso.</a:t>
            </a:r>
          </a:p>
          <a:p>
            <a:r>
              <a:t>Claves docentes:</a:t>
            </a:r>
          </a:p>
          <a:p>
            <a:r>
              <a:t>- PÍLDORA DOCENTE 1/1: Explica los tres objetivos que aparecen en Tema 1 y tradúcelos al nivel de H1. Evita tecnicismos de rendimiento.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2 de 9: Qué debe conseguirse</a:t>
            </a:r>
          </a:p>
          <a:p>
            <a:r>
              <a:t>Fase HEXA: Activar — entender el reto</a:t>
            </a:r>
          </a:p>
          <a:p>
            <a:r>
              <a:t>- Objetivo: Entender el reto, delimitar H1 y convertirlo en requisitos observables.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3 de 9: Ejemplo o demostración · 1</a:t>
            </a:r>
          </a:p>
          <a:p>
            <a:r>
              <a:t>Fase HEXA: Activar — entender el reto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¿Cuál es el MiniJarvis más pequeño que ya podemos demostrar? — Un programa Java de consola pequeño, ejecutable y defendible.</a:t>
            </a:r>
          </a:p>
          <a:p>
            <a:r>
              <a:t>- Todavía NO buscamos una IA completa.</a:t>
            </a:r>
          </a:p>
          <a:p>
            <a:r>
              <a:t>- D2 · Mira primero el resultado — Una salida posible. No es la única solución.</a:t>
            </a:r>
          </a:p>
          <a:p>
            <a:r>
              <a:t>- Hola, soy MiniJarvis.</a:t>
            </a:r>
          </a:p>
          <a:p>
            <a:r>
              <a:t>- ¿Cómo te llamas? Laura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4 de 9: Ejemplo o demostración · 2</a:t>
            </a:r>
          </a:p>
          <a:p>
            <a:r>
              <a:t>Fase HEXA: Activar — entender el reto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Encantado, Laura.</a:t>
            </a:r>
          </a:p>
          <a:p>
            <a:r>
              <a:t>- Estoy aprendiendo la base de Java.</a:t>
            </a:r>
          </a:p>
          <a:p>
            <a:r>
              <a:t>- D3 · ¿Qué hace bueno a un primer programa? CORRECTO: Hace la tarea pedida y podemos comprobarlo. \| EFICIENTE: No añade trabajo o complejidad que no necesita.</a:t>
            </a:r>
          </a:p>
          <a:p>
            <a:r>
              <a:t>- \| MANTENIBLE: Se entiende y puede modificarse sin romperlo.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5 de 9: Actividad central · 1</a:t>
            </a:r>
          </a:p>
          <a:p>
            <a:r>
              <a:t>Fase HEXA: Activar — entender el reto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6 de 9: Actividad central · 2</a:t>
            </a:r>
          </a:p>
          <a:p>
            <a:r>
              <a:t>Fase HEXA: Activar — entender el reto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7 de 9: Evidencia y comprobación</a:t>
            </a:r>
          </a:p>
          <a:p>
            <a:r>
              <a:t>Fase HEXA: Activar — entender el reto</a:t>
            </a:r>
          </a:p>
          <a:p>
            <a:r>
              <a:t>Comprueba la evidencia en su fuente canónica: Quede una evidencia y siguiente paso registrados.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8 de 9: Seguridad y uso responsable</a:t>
            </a:r>
          </a:p>
          <a:p>
            <a:r>
              <a:t>Fase HEXA: Activar — entender el reto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Entender el reto, delimitar H1 y convertirlo en requisitos observables.</a:t>
            </a:r>
          </a:p>
          <a:p>
            <a:r>
              <a:t>Diapositiva 9 de 9: Cierre y defensa</a:t>
            </a:r>
          </a:p>
          <a:p>
            <a:r>
              <a:t>Fase HEXA: Activar — entender el reto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H1: qué vamos a construir y qué queda fuera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Activar — entender el reto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el reto, delimitar H1 y convertirlo en requisitos observables.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D1 · ¿Cuál es el MiniJarvis más pequeño que ya podemos demostrar? — Un programa Java de consola pequeño, ejecutable y defendible.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Todavía NO buscamos una IA completa.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D2 · Mira primero el resultado — Una salida posible. No es la única solución.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Hola, soy MiniJarvis.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¿Cómo te llamas? Laura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Encantado, Laura.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Estoy aprendiendo la base de Java.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D3 · ¿Qué hace bueno a un primer programa? CORRECTO: Hace la tarea pedida y podemos comprobarlo. \| EFICIENTE: No añade trabajo o complejidad que no necesita.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\| MANTENIBLE: Se entiende y puede modificarse sin romperlo.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