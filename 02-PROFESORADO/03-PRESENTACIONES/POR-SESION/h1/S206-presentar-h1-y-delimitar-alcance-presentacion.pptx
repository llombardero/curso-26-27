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1 de 9: Qué vas a aprender</a:t>
            </a:r>
          </a:p>
          <a:p>
            <a:r>
              <a:t>Fase HEXA: Activar — entender el reto</a:t>
            </a:r>
          </a:p>
          <a:p>
            <a:r>
              <a:t>Presenta el producto y anticipa la evidencia: Conserva una decisión de alcance fechada como S206 que incluya:</a:t>
            </a:r>
          </a:p>
          <a:p>
            <a:r>
              <a:t>Secuencia docente:</a:t>
            </a:r>
          </a:p>
          <a:p>
            <a:r>
              <a:t>- 45 minutos: Clasificad estas ideas en tres columnas: entra en H1, más adelante, fuera del reto. Usad criterio, no gusto personal.</a:t>
            </a:r>
          </a:p>
          <a:p>
            <a:r>
              <a:t>Claves docentes:</a:t>
            </a:r>
          </a:p>
          <a:p>
            <a:r>
              <a:t>- Úsala ahora, antes de que clasifiquen qué entra y qué queda fuera.</a:t>
            </a:r>
          </a:p>
          <a:p>
            <a:r>
              <a:t>- Un primer programa debe ser correcto, eficiente y mantenible. Correcto significa que hace lo pedido y podemos comprobarlo. Eficiente, en H1, no significa que vaya rapidísimo: significa que no añade complejidad innecesaria. Mantenible significa que se entiende y se puede modificar sin romperlo fácilmente.</a:t>
            </a:r>
          </a:p>
          <a:p>
            <a:r>
              <a:t>- Ejemplo para proyectar:</a:t>
            </a:r>
          </a:p>
          <a:p>
            <a:r>
              <a:t>- final String NOMBRE_ASISTENTE = "MiniJarvis";</a:t>
            </a:r>
          </a:p>
          <a:p>
            <a:r>
              <a:t>- String nombreUsuario = "Laura";</a:t>
            </a:r>
          </a:p>
          <a:p>
            <a:r>
              <a:t>- System.out.println("Hola, soy " + NOMBRE_ASISTENTE + ".");</a:t>
            </a:r>
          </a:p>
          <a:p>
            <a:r>
              <a:t>- System.out.println("Encantado, " + nombreUsuario + ".");</a:t>
            </a:r>
          </a:p>
          <a:p>
            <a:r>
              <a:t>- Pregunta al alumnado:</a:t>
            </a:r>
          </a:p>
          <a:p>
            <a:r>
              <a:t>- Qué requisito demuestra cada línea visible, qué parte quitarías si no pertenece a H1 y qué nombre ayuda a entender el código.</a:t>
            </a:r>
          </a:p>
          <a:p>
            <a:r>
              <a:t>- Error frecuente que debes cortar:</a:t>
            </a:r>
          </a:p>
          <a:p>
            <a:r>
              <a:t>- Compilar no basta para decir que es correcto. Falta comprobar comportamiento.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2 de 9: Qué aprenderás y cómo lo demostrarás</a:t>
            </a:r>
          </a:p>
          <a:p>
            <a:r>
              <a:t>Fase HEXA: Activar — entender el reto</a:t>
            </a:r>
          </a:p>
          <a:p>
            <a:r>
              <a:t>- Objetivo: Al terminar, debes entender qué es H1, qué entra, qué no entra y cómo se demostrará el avance.</a:t>
            </a:r>
          </a:p>
          <a:p>
            <a:r>
              <a:t>- Comprobación: Conserva una decisión de alcance fechada como S206 que incluya: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3 de 9: H1 ahora; lo demás después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AHORA · programa Java de consola, saludo, datos simples, entrada/salida, prueba y explicación</a:t>
            </a:r>
          </a:p>
          <a:p>
            <a:r>
              <a:t>- DESPUÉS O FUERA · menús, bucles, memoria persistente, ficheros, credenciales e IA real</a:t>
            </a:r>
          </a:p>
          <a:p>
            <a:r>
              <a:t>- Una función entra en H1 solo si puede observarse, probarse y defenderse sin inflar el producto.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4 de 9: El MiniJarvis mínimo ya es demostrable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Hola, soy MiniJarvis.</a:t>
            </a:r>
          </a:p>
          <a:p>
            <a:r>
              <a:t>¿Cómo te llamas? Laura</a:t>
            </a:r>
          </a:p>
          <a:p>
            <a:r>
              <a:t>Encantado, Laura.</a:t>
            </a:r>
          </a:p>
          <a:p>
            <a:r>
              <a:t>Estoy aprendiendo la base de Java.</a:t>
            </a:r>
          </a:p>
          <a:p>
            <a:r>
              <a:t>- Describe exactamente lo que existe: no promete memoria ni inteligencia que todavía no tiene.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5 de 9: Correcto, eficiente y mantenible</a:t>
            </a:r>
          </a:p>
          <a:p>
            <a:r>
              <a:t>Fase HEXA: Activar — entender el reto</a:t>
            </a:r>
          </a:p>
          <a:p>
            <a:r>
              <a:t>Explica con predicción y ejemplo mínimo; comprueba comprensión antes de continuar.</a:t>
            </a:r>
          </a:p>
          <a:p>
            <a:r>
              <a:t>- Muestra · pide · guarda · calcula · ejecuta · explica: verbos que producen resultados observables.</a:t>
            </a:r>
          </a:p>
          <a:p>
            <a:r>
              <a:t>- Correcto: cumple la tarea y supera los casos previstos.</a:t>
            </a:r>
          </a:p>
          <a:p>
            <a:r>
              <a:t>- Eficiente para esta escala: evita trabajo y complejidad innecesarios.</a:t>
            </a:r>
          </a:p>
          <a:p>
            <a:r>
              <a:t>- Mantenible: se entiende y puede modificarse sin romperse.</a:t>
            </a:r>
          </a:p>
          <a:p>
            <a:r>
              <a:t>- La sencillez ayuda a la eficiencia y al mantenimiento; no sustituye a ninguno.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6 de 9: Delimita el incremento H1</a:t>
            </a:r>
          </a:p>
          <a:p>
            <a:r>
              <a:t>Fase HEXA: Activar — entender el reto</a:t>
            </a:r>
          </a:p>
          <a:p>
            <a:r>
              <a:t>Entrega la consigna, observa decisiones y pide una prueba reproducible.</a:t>
            </a:r>
          </a:p>
          <a:p>
            <a:r>
              <a:t>- Clasifica cada propuesta en H1 ahora, hito posterior o fuera del reto.</a:t>
            </a:r>
          </a:p>
          <a:p>
            <a:r>
              <a:t>- Escribe entre 4 y 6 requisitos observables.</a:t>
            </a:r>
          </a:p>
          <a:p>
            <a:r>
              <a:t>- Añade 2 o 3 límites explícitos.</a:t>
            </a:r>
          </a:p>
          <a:p>
            <a:r>
              <a:t>- Para cada requisito indica cómo lo comprobarás.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7 de 9: Puerta de avance</a:t>
            </a:r>
          </a:p>
          <a:p>
            <a:r>
              <a:t>Fase HEXA: Activar — entender el reto</a:t>
            </a:r>
          </a:p>
          <a:p>
            <a:r>
              <a:t>Comprueba la evidencia en su fuente canónica: Conserva una decisión de alcance fechada como S206 que incluya:</a:t>
            </a:r>
          </a:p>
          <a:p>
            <a:r>
              <a:t>- Puedo describir H1 en una frase.</a:t>
            </a:r>
          </a:p>
          <a:p>
            <a:r>
              <a:t>- Cada requisito tiene una prueba observable.</a:t>
            </a:r>
          </a:p>
          <a:p>
            <a:r>
              <a:t>- Puedo justificar por qué una función queda fuera.</a:t>
            </a:r>
          </a:p>
          <a:p>
            <a:r>
              <a:t>- He definido una evidencia concreta y el siguiente paso.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8 de 9: Defiende el alcance</a:t>
            </a:r>
          </a:p>
          <a:p>
            <a:r>
              <a:t>Fase HEXA: Activar — entender el reto</a:t>
            </a:r>
          </a:p>
          <a:p>
            <a:r>
              <a:t>Cierra con explicación individual, prueba observable y siguiente paso concreto.</a:t>
            </a:r>
          </a:p>
          <a:p>
            <a:r>
              <a:t>- Completa: H1 no tendrá ____ porque ____; lo comprobaremos mediante ____. 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Al terminar, debes entender qué es H1, qué entra, qué no entra y cómo se demostrará el avance.</a:t>
            </a:r>
          </a:p>
          <a:p>
            <a:r>
              <a:t>Diapositiva 9 de 9: Fuentes diferenciadas</a:t>
            </a:r>
          </a:p>
          <a:p>
            <a:r>
              <a:t>Fase HEXA: Activar — entender el reto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 por hitos · Capítulo 00: hitos y evidencias</a:t>
            </a:r>
          </a:p>
          <a:p>
            <a:r>
              <a:t>- PDF Tema 1 · §2: objetivos de la programación</a:t>
            </a:r>
          </a:p>
          <a:p>
            <a:r>
              <a:t>- Proyecto MiniJarvis · fichas S206-S215, píldoras H1 y criterios de evidencia</a:t>
            </a:r>
          </a:p>
          <a:p>
            <a:r>
              <a:t>Fuente docente: /mnt/compartido/Programación-26-27/Minijarvis/02-PROFESORADO/02-SESIONES/h1/S206-presentar-h1-y-delimitar-alcance-docente.md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Qué vas a aprender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Al terminar, debes entender qué es H1, qué entra, qué no entra y cómo se demostrará el avance.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Conserva una decisión de alcance fechada como S206 que incluya: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H1 ahora; lo demás después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AHORA · programa Java de consola, saludo, datos simples, entrada/salida, prueba y explicación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DESPUÉS O FUERA · menús, bucles, memoria persistente, ficheros, credenciales e IA real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función entra en H1 solo si puede observarse, probarse y defenderse sin inflar el producto.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SALIDA OBSERVABLE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El MiniJarvis mínimo ya es demostrable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71600"/>
            <a:ext cx="6995160" cy="452628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9344"/>
            <a:ext cx="2286000" cy="2743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CONSOLA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057400"/>
            <a:ext cx="6355080" cy="33832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FFFFFF"/>
                </a:solidFill>
                <a:latin typeface="Liberation Mono"/>
              </a:defRPr>
            </a:pPr>
            <a:r>
              <a:t>Hola, soy MiniJarvis.</a:t>
            </a:r>
            <a:br/>
            <a:r>
              <a:t>¿Cómo te llamas? Laura</a:t>
            </a:r>
            <a:br/>
            <a:r>
              <a:t>Encantado, Laura.</a:t>
            </a:r>
            <a:br/>
            <a:r>
              <a:t>Estoy aprendiendo la base de Java.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6992" y="1371600"/>
            <a:ext cx="35844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1627632"/>
            <a:ext cx="301752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QUÉ DEMUESTRA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148840"/>
            <a:ext cx="2889504" cy="32461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Describe exactamente lo que existe: no promete memoria ni inteligencia que todavía no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Correcto, eficiente y mantenible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Muestra · pide · guarda · calcula · ejecuta · explica: verbos que producen resultados observables.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4048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521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41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Correcto: cumple la tarea y supera los casos previstos.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21167" y="12618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233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9536" y="14264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Eficiente para esta escala: evita trabajo y complejidad innecesarios.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5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Mantenible: se entiende y puede modificarse sin romperse.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4048" y="3662172"/>
            <a:ext cx="339852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521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2416" y="3826763"/>
            <a:ext cx="262128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0">
                <a:solidFill>
                  <a:srgbClr val="1C2330"/>
                </a:solidFill>
                <a:latin typeface="Aptos"/>
              </a:defRPr>
            </a:pPr>
            <a:r>
              <a:t>La sencillez ayuda a la eficiencia y al mantenimiento; no sustituye a ninguno.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Delimita el incremento H1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Clasifica cada propuesta en H1 ahora, hito posterior o fuera del reto.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Escribe entre 4 y 6 requisitos observables.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Añade 2 o 3 límites explícitos.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Para cada requisito indica cómo lo comprobarás.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Puerta de avance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describir H1 en una frase.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Cada requisito tiene una prueba observable.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justificar por qué una función queda fuera.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definido una evidencia concreta y el siguiente paso.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Defiende el alcance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Completa: H1 no tendrá ____ porque ____; lo comprobaremos mediante ____.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diferenciadas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206 · H1 — Primer asistente ejecutable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 por hitos · Capítulo 00: hitos y evidencias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PDF Tema 1 · §2: objetivos de la programación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Proyecto MiniJarvis · fichas S206-S215, píldoras H1 y criterios de evidencia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