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H1 y delimitar alcance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Comprender el producto mínimo H1.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requisitos H1 y lista de restricciones.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H1 busca base sólida, no espectacularidad.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Enseña una salida esperada de H1 en consola.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Clasificar ideas en tres columnas: H1, más adelante, no adecuado.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no conviene empezar con IA real?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H1 será lineal: saludo, nombre, mensajes y constantes. No habrá menú ni bucles.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Enseña una salida esperada de H1 en consola.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Clasificar funcionalidades en “H1”, “más adelante” y “no adecuado”.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requisitos H1 y lista de restricciones.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Lista de requisitos H1 y lista de restricciones.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no conviene empezar con IA real?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