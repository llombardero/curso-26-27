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1 de 9: Diseñar mensajes claros por consola</a:t>
            </a:r>
          </a:p>
          <a:p>
            <a:r>
              <a:t>Fase HEXA: Idear — proponer soluciones</a:t>
            </a:r>
          </a:p>
          <a:p>
            <a:r>
              <a:t>Presenta el producto y anticipa la evidencia: Quede trazabilidad de la ideación.</a:t>
            </a:r>
          </a:p>
          <a:p>
            <a:r>
              <a:t>Secuencia docente:</a:t>
            </a:r>
          </a:p>
          <a:p>
            <a:r>
              <a:t>- 00:00–00:05 / D1: IDEAR: Pide elegir y justificar por claridad.</a:t>
            </a:r>
          </a:p>
          <a:p>
            <a:r>
              <a:t>- 00:05–00:10 / D2: PÍLDORA BREVE: Conecta diseño de mensajes con experiencia de usuario sin introducir teoría extra.</a:t>
            </a:r>
          </a:p>
          <a:p>
            <a:r>
              <a:t>- 00:10–00:20 / D3: ACTIVIDAD DE IDEACIÓN: Impide que salten directamente al IDE. Facilita con preguntas.</a:t>
            </a:r>
          </a:p>
          <a:p>
            <a:r>
              <a:t>- 00:20–00:26 / D4: PÍLDORA DOCENTE 1/1: Explica literal de texto y concatenación solo porque ahora necesitan insertar un dato.</a:t>
            </a:r>
          </a:p>
          <a:p>
            <a:r>
              <a:t>- 00:26–00:40 / D5: ACTIVIDAD: Circula y pide justificar decisiones.</a:t>
            </a:r>
          </a:p>
          <a:p>
            <a:r>
              <a:t>- 00:40–00:45 / D6: CIERRE: Pide un registro breve en el diario individual.</a:t>
            </a:r>
          </a:p>
          <a:p>
            <a:r>
              <a:t>Claves docentes:</a:t>
            </a:r>
          </a:p>
          <a:p>
            <a:r>
              <a:t>- PÍLDORA BREVE: Conecta diseño de mensajes con experiencia de usuario sin introducir teoría extra, PÍLDORA DOCENTE 1/1: Explica literal de texto y concatenación solo porque ahora necesitan insertar un dato.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2 de 9: Qué aprenderás y cómo lo demostrarás</a:t>
            </a:r>
          </a:p>
          <a:p>
            <a:r>
              <a:t>Fase HEXA: Idear — proponer soluciones</a:t>
            </a:r>
          </a:p>
          <a:p>
            <a:r>
              <a:t>- Objetivo: Idear la salida de MiniJarvis antes de programarla y usar concatenación cuando sea necesaria.</a:t>
            </a:r>
          </a:p>
          <a:p>
            <a:r>
              <a:t>- Comprobación: Quede trazabilidad de la ideación.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3 de 9: La consola también es una interfaz</a:t>
            </a:r>
          </a:p>
          <a:p>
            <a:r>
              <a:t>Fase HEXA: Idear — proponer soluciones</a:t>
            </a:r>
          </a:p>
          <a:p>
            <a:r>
              <a:t>Explica con predicción y ejemplo mínimo; comprueba comprensión antes de continuar.</a:t>
            </a:r>
          </a:p>
          <a:p>
            <a:r>
              <a:t>- POCO CLARO · MJ v1</a:t>
            </a:r>
          </a:p>
          <a:p>
            <a:r>
              <a:t>ok</a:t>
            </a:r>
          </a:p>
          <a:p>
            <a:r>
              <a:t>Dato:</a:t>
            </a:r>
          </a:p>
          <a:p>
            <a:r>
              <a:t>- CLARO · Hola, soy MiniJarvis.</a:t>
            </a:r>
          </a:p>
          <a:p>
            <a:r>
              <a:t>Escribe un nombre ficticio:</a:t>
            </a:r>
          </a:p>
          <a:p>
            <a:r>
              <a:t>Fin de la primera prueba.</a:t>
            </a:r>
          </a:p>
          <a:p>
            <a:r>
              <a:t>- El mensaje debe indicar qué ocurre, qué dato se espera y qué resultado obtiene la persona.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4 de 9: Concatena texto y valores</a:t>
            </a:r>
          </a:p>
          <a:p>
            <a:r>
              <a:t>Fase HEXA: Idear — proponer soluciones</a:t>
            </a:r>
          </a:p>
          <a:p>
            <a:r>
              <a:t>Explica con predicción y ejemplo mínimo; comprueba comprensión antes de continuar.</a:t>
            </a:r>
          </a:p>
          <a:p>
            <a:r>
              <a:t>- String userName = "Laura";</a:t>
            </a:r>
          </a:p>
          <a:p>
            <a:r>
              <a:t>System.out.println("Hola, " + userName + ".");</a:t>
            </a:r>
          </a:p>
          <a:p>
            <a:r>
              <a:t>- Salida esperada: Hola, Laura.</a:t>
            </a:r>
          </a:p>
          <a:p>
            <a:r>
              <a:t>- Las comillas contienen texto fijo; la variable aporta el valor cambiante.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5 de 9: Suma o concatenación</a:t>
            </a:r>
          </a:p>
          <a:p>
            <a:r>
              <a:t>Fase HEXA: Idear — proponer soluciones</a:t>
            </a:r>
          </a:p>
          <a:p>
            <a:r>
              <a:t>Explica con predicción y ejemplo mínimo; comprueba comprensión antes de continuar.</a:t>
            </a:r>
          </a:p>
          <a:p>
            <a:r>
              <a:t>- NÚMEROS · System.out.println(2 + 3);</a:t>
            </a:r>
          </a:p>
          <a:p>
            <a:r>
              <a:t>Salida: 5</a:t>
            </a:r>
          </a:p>
          <a:p>
            <a:r>
              <a:t>- TEXTO · System.out.println("Total: " + 2 + 3);</a:t>
            </a:r>
          </a:p>
          <a:p>
            <a:r>
              <a:t>Salida: Total: 23</a:t>
            </a:r>
          </a:p>
          <a:p>
            <a:r>
              <a:t>- Predice el resultado según el tipo y el orden de las piezas.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6 de 9: Diseña antes de programar</a:t>
            </a:r>
          </a:p>
          <a:p>
            <a:r>
              <a:t>Fase HEXA: Idear — proponer soluciones</a:t>
            </a:r>
          </a:p>
          <a:p>
            <a:r>
              <a:t>Entrega la consigna, observa decisiones y pide una prueba reproducible.</a:t>
            </a:r>
          </a:p>
          <a:p>
            <a:r>
              <a:t>- Propón dos versiones de saludo, propósito y cierre.</a:t>
            </a:r>
          </a:p>
          <a:p>
            <a:r>
              <a:t>- Elige una versión y justifica claridad, orden y honestidad.</a:t>
            </a:r>
          </a:p>
          <a:p>
            <a:r>
              <a:t>- Impleméntala y pide a otra persona que lea solo la consola.</a:t>
            </a:r>
          </a:p>
          <a:p>
            <a:r>
              <a:t>- Corrige una frase, un espacio o un signo tras la revisión.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7 de 9: Salida defendible</a:t>
            </a:r>
          </a:p>
          <a:p>
            <a:r>
              <a:t>Fase HEXA: Idear — proponer soluciones</a:t>
            </a:r>
          </a:p>
          <a:p>
            <a:r>
              <a:t>Comprueba la evidencia en su fuente canónica: Quede trazabilidad de la ideación.</a:t>
            </a:r>
          </a:p>
          <a:p>
            <a:r>
              <a:t>- La conversación tiene presentación, petición, respuesta y cierre.</a:t>
            </a:r>
          </a:p>
          <a:p>
            <a:r>
              <a:t>- La entrada aparece en una salida mediante concatenación.</a:t>
            </a:r>
          </a:p>
          <a:p>
            <a:r>
              <a:t>- No se prometen memoria, ficheros o IA real.</a:t>
            </a:r>
          </a:p>
          <a:p>
            <a:r>
              <a:t>- Puedo explicar qué mensaje cambié después de probarlo.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8 de 9: Decisión de diseño</a:t>
            </a:r>
          </a:p>
          <a:p>
            <a:r>
              <a:t>Fase HEXA: Idear — proponer soluciones</a:t>
            </a:r>
          </a:p>
          <a:p>
            <a:r>
              <a:t>Cierra con explicación individual, prueba observable y siguiente paso concreto.</a:t>
            </a:r>
          </a:p>
          <a:p>
            <a:r>
              <a:t>- ¿Qué mensaje elegiste, por qué y qué cambió después de verlo ejecutado?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Idear la salida de MiniJarvis antes de programarla y usar concatenación cuando sea necesaria.</a:t>
            </a:r>
          </a:p>
          <a:p>
            <a:r>
              <a:t>Diapositiva 9 de 9: Fuentes utilizadas</a:t>
            </a:r>
          </a:p>
          <a:p>
            <a:r>
              <a:t>Fase HEXA: Idear — proponer soluciones</a:t>
            </a:r>
          </a:p>
          <a:p>
            <a:r>
              <a:t>Indica al alumnado dónde ampliar el contenido y qué fragmentos se han adaptado.</a:t>
            </a:r>
          </a:p>
          <a:p>
            <a:r>
              <a:t>- Libro: capítulos 01-02 · Tema 1: salida y concatenación</a:t>
            </a:r>
          </a:p>
          <a:p>
            <a:r>
              <a:t>- Fichas S206-S215 y píldoras H1</a:t>
            </a:r>
          </a:p>
          <a:p>
            <a:r>
              <a:t>- Ejemplos revisados y adaptados a MiniJarvis; no se copian errores ni capturas antiguas del PDF.</a:t>
            </a:r>
          </a:p>
          <a:p>
            <a:r>
              <a:t>Fuente docente: /mnt/compartido/Programación-26-27/Minijarvis/02-PROFESORADO/02-SESIONES/h1/S209-salida-por-pantalla-y-mensajes-del-asistente-docente.md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Diseñar mensajes claros por consola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con contraste por parejas o equipo cuando la práctica lo requiera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aprenderás y cómo lo demostrarás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Idear la salida de MiniJarvis antes de programarla y usar concatenación cuando sea necesaria.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Comprobación: Quede trazabilidad de la ideación.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La consola también es una interfaz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POCO CLARO · MJ v1</a:t>
            </a:r>
            <a:br/>
            <a:r>
              <a:t>ok</a:t>
            </a:r>
            <a:br/>
            <a:r>
              <a:t>Dato: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CLARO · Hola, soy MiniJarvis.</a:t>
            </a:r>
            <a:br/>
            <a:r>
              <a:t>Escribe un nombre ficticio:</a:t>
            </a:r>
            <a:br/>
            <a:r>
              <a:t>Fin de la primera prueba.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El mensaje debe indicar qué ocurre, qué dato se espera y qué resultado obtiene la persona.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Concatena texto y valores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FFFFF"/>
                </a:solidFill>
                <a:latin typeface="Liberation Mono"/>
              </a:defRPr>
            </a:pPr>
            <a:r>
              <a:t>String userName = "Laura";</a:t>
            </a:r>
            <a:br/>
            <a:r>
              <a:t>System.out.println("Hola, " + userName + ".");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Salida esperada: Hola, Laura.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Las comillas contienen texto fijo; la variable aporta el valor cambiante.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Suma o concatenación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NÚMEROS · System.out.println(2 + 3);</a:t>
            </a:r>
            <a:br/>
            <a:r>
              <a:t>Salida: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TEXTO · System.out.println("Total: " + 2 + 3);</a:t>
            </a:r>
            <a:br/>
            <a:r>
              <a:t>Salida: Total: 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Predice el resultado según el tipo y el orden de las piezas.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Diseña antes de programar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Propón dos versiones de saludo, propósito y cierre.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Elige una versión y justifica claridad, orden y honestidad.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Impleméntala y pide a otra persona que lea solo la consola.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Corrige una frase, un espacio o un signo tras la revisión.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Salida defendible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conversación tiene presentación, petición, respuesta y cierre.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431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526029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entrada aparece en una salida mediante concatenación.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7190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se prometen memoria, ficheros o IA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03605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1777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explicar qué mensaje cambié después de probarlo.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Decisión de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mensaje elegiste, por qué y qué cambió después de verlo ejecutado?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TRAZABILIDAD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Fuentes utilizadas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209 · 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6583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2300" b="1">
                <a:solidFill>
                  <a:srgbClr val="1C2330"/>
                </a:solidFill>
                <a:latin typeface="Aptos"/>
              </a:defRPr>
            </a:pPr>
            <a:r>
              <a:t>Esta presentación selecciona y adapta contenido; no sustituye al libro ni copia el PDF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2331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Libro: capítulos 01-02 · Tema 1: salida y concatenación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Fichas S206-S215 y píldoras H1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Ejemplos revisados y adaptados a MiniJarvis; no se copian errores ni capturas antiguas del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800" b="1">
                <a:solidFill>
                  <a:srgbClr val="2F5BA8"/>
                </a:solidFill>
                <a:latin typeface="Aptos"/>
              </a:defRPr>
            </a:pPr>
            <a:r>
              <a:t>Consulta el libro para ampliar, practicar y repasar errores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