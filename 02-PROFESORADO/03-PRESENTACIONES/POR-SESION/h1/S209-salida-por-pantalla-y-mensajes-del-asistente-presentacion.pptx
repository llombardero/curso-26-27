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Salida por pantalla y mensajes del asistente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Usar System.out.println y construir salida legible.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Programa que muestra saludo, propósito y curso.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consola es la primera interfaz.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Comparar mensajes confusos con mensajes claros.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el primer guion de presentación de MiniJarvis.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la salida es comprensible para una persona usuaria.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texto literal, concatenación y orden de mensajes.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Comparar mensajes confusos con mensajes claros.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los primeros mensajes de MiniJarvis.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Programa que muestra saludo, propósito y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la salida es comprensible para una persona usuaria.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