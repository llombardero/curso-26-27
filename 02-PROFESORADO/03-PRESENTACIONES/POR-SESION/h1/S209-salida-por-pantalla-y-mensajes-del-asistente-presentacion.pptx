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1 de 9: Qué vas a aprender</a:t>
            </a:r>
          </a:p>
          <a:p>
            <a:r>
              <a:t>Fase HEXA: Idear — proponer soluciones</a:t>
            </a:r>
          </a:p>
          <a:p>
            <a:r>
              <a:t>Presenta el producto y anticipa la evidencia: Registrad la decisión de diseño de mensajes y guardad la versión programada.</a:t>
            </a:r>
          </a:p>
          <a:p>
            <a:r>
              <a:t>Secuencia docente:</a:t>
            </a:r>
          </a:p>
          <a:p>
            <a:r>
              <a:t>- 45 minutos: Todavía no abráis el IDE. Primero escribid dos versiones de saludo, propósito y mensaje final. Después elegid una y justificadla. Solo entonces programadla.</a:t>
            </a:r>
          </a:p>
          <a:p>
            <a:r>
              <a:t>Claves docentes:</a:t>
            </a:r>
          </a:p>
          <a:p>
            <a:r>
              <a:t>- Úsala antes de abrir el IDE, para obligar a idear la salida.</a:t>
            </a:r>
          </a:p>
          <a:p>
            <a:r>
              <a:t>- La consola también es una interfaz. Aunque sea texto, la persona usuaria debe entender qué ocurre, qué se le pide y qué resultado obtiene. Además, no debemos prometer funciones que H1 no tiene.</a:t>
            </a:r>
          </a:p>
          <a:p>
            <a:r>
              <a:t>- Compara estos mensajes con el alumnado:</a:t>
            </a:r>
          </a:p>
          <a:p>
            <a:r>
              <a:t>- correcto</a:t>
            </a:r>
          </a:p>
          <a:p>
            <a:r>
              <a:t>- Frente a:</a:t>
            </a:r>
          </a:p>
          <a:p>
            <a:r>
              <a:t>- MiniJarvis se ha iniciado correctamente.</a:t>
            </a:r>
          </a:p>
          <a:p>
            <a:r>
              <a:t>- Dato:</a:t>
            </a:r>
          </a:p>
          <a:p>
            <a:r>
              <a:t>- Escribe tu nombre:</a:t>
            </a:r>
          </a:p>
          <a:p>
            <a:r>
              <a:t>- 5</a:t>
            </a:r>
          </a:p>
          <a:p>
            <a:r>
              <a:t>- Horas de estudio registradas: 5</a:t>
            </a:r>
          </a:p>
          <a:p>
            <a:r>
              <a:t>- String nombreUsuario initialized successfully.</a:t>
            </a:r>
          </a:p>
          <a:p>
            <a:r>
              <a:t>- Hola, Laura.</a:t>
            </a:r>
          </a:p>
          <a:p>
            <a:r>
              <a:t>- Analizando tus datos con inteligencia artificial...</a:t>
            </a:r>
          </a:p>
          <a:p>
            <a:r>
              <a:t>- Hola, soy MiniJarvis. Esta es mi primera versión por consola.</a:t>
            </a:r>
          </a:p>
          <a:p>
            <a:r>
              <a:t>- Pregunta al alumnado:</a:t>
            </a:r>
          </a:p>
          <a:p>
            <a:r>
              <a:t>- Qué salida ayuda más, qué dato cambia y dónde hacen falta espacios o signos.</a:t>
            </a:r>
          </a:p>
          <a:p>
            <a:r>
              <a:t>- Error frecuente que debes cortar:</a:t>
            </a:r>
          </a:p>
          <a:p>
            <a:r>
              <a:t>- No escribáis Puedo recordar todo si H1 no tiene memoria.</a:t>
            </a:r>
          </a:p>
          <a:p>
            <a:r>
              <a:t>- Di también:</a:t>
            </a:r>
          </a:p>
          <a:p>
            <a:r>
              <a:t>- El mensaje debe estar pensado para quien usa el programa, no para demostrarle que sabemos Java.</a:t>
            </a:r>
          </a:p>
          <a:p>
            <a:r>
              <a:t>- Trabaja ahora literal de texto y concatenación con predicción:</a:t>
            </a:r>
          </a:p>
          <a:p>
            <a:r>
              <a:t>- System.out.println("Hola");</a:t>
            </a:r>
          </a:p>
          <a:p>
            <a:r>
              <a:t>- Pregunta:</a:t>
            </a:r>
          </a:p>
          <a:p>
            <a:r>
              <a:t>- Qué parte ha escrito exactamente quien programa.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2 de 9: Qué aprenderás y cómo lo demostrarás</a:t>
            </a:r>
          </a:p>
          <a:p>
            <a:r>
              <a:t>Fase HEXA: Idear — proponer soluciones</a:t>
            </a:r>
          </a:p>
          <a:p>
            <a:r>
              <a:t>- Objetivo: Al terminar, debes idear mensajes claros antes de programarlos y usar literales y concatenación cuando sea necesario.</a:t>
            </a:r>
          </a:p>
          <a:p>
            <a:r>
              <a:t>- Comprobación: Registrad la decisión de diseño de mensajes y guardad la versión programada.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3 de 9: La consola también es una interfaz</a:t>
            </a:r>
          </a:p>
          <a:p>
            <a:r>
              <a:t>Fase HEXA: Idear — proponer soluciones</a:t>
            </a:r>
          </a:p>
          <a:p>
            <a:r>
              <a:t>Explica con predicción y ejemplo mínimo; comprueba comprensión antes de continuar.</a:t>
            </a:r>
          </a:p>
          <a:p>
            <a:r>
              <a:t>- POCO CLARO · MJ v1</a:t>
            </a:r>
          </a:p>
          <a:p>
            <a:r>
              <a:t>ok</a:t>
            </a:r>
          </a:p>
          <a:p>
            <a:r>
              <a:t>Dato:</a:t>
            </a:r>
          </a:p>
          <a:p>
            <a:r>
              <a:t>- CLARO · Hola, soy MiniJarvis.</a:t>
            </a:r>
          </a:p>
          <a:p>
            <a:r>
              <a:t>Escribe un nombre ficticio:</a:t>
            </a:r>
          </a:p>
          <a:p>
            <a:r>
              <a:t>Fin de la primera prueba.</a:t>
            </a:r>
          </a:p>
          <a:p>
            <a:r>
              <a:t>- El mensaje debe indicar qué ocurre, qué dato se espera y qué resultado obtiene la persona.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4 de 9: Concatena texto y valores</a:t>
            </a:r>
          </a:p>
          <a:p>
            <a:r>
              <a:t>Fase HEXA: Idear — proponer soluciones</a:t>
            </a:r>
          </a:p>
          <a:p>
            <a:r>
              <a:t>Explica con predicción y ejemplo mínimo; comprueba comprensión antes de continuar.</a:t>
            </a:r>
          </a:p>
          <a:p>
            <a:r>
              <a:t>- String userName = "Laura";</a:t>
            </a:r>
          </a:p>
          <a:p>
            <a:r>
              <a:t>System.out.println("Hola, " + userName + ".");</a:t>
            </a:r>
          </a:p>
          <a:p>
            <a:r>
              <a:t>- Salida esperada: Hola, Laura.</a:t>
            </a:r>
          </a:p>
          <a:p>
            <a:r>
              <a:t>- Las comillas contienen texto fijo; la variable aporta el valor cambiante.</a:t>
            </a:r>
          </a:p>
          <a:p>
            <a:r>
              <a:t>- print no salta de línea; println termina la línea.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5 de 9: Suma o concatenación</a:t>
            </a:r>
          </a:p>
          <a:p>
            <a:r>
              <a:t>Fase HEXA: Idear — proponer soluciones</a:t>
            </a:r>
          </a:p>
          <a:p>
            <a:r>
              <a:t>Explica con predicción y ejemplo mínimo; comprueba comprensión antes de continuar.</a:t>
            </a:r>
          </a:p>
          <a:p>
            <a:r>
              <a:t>- NÚMEROS · System.out.println(2 + 3);</a:t>
            </a:r>
          </a:p>
          <a:p>
            <a:r>
              <a:t>Salida: 5</a:t>
            </a:r>
          </a:p>
          <a:p>
            <a:r>
              <a:t>- TEXTO · System.out.println("Total: " + 2 + 3);</a:t>
            </a:r>
          </a:p>
          <a:p>
            <a:r>
              <a:t>Salida: Total: 23</a:t>
            </a:r>
          </a:p>
          <a:p>
            <a:r>
              <a:t>- Predice el resultado según el tipo y el orden de las piezas.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6 de 9: Diseña antes de programar</a:t>
            </a:r>
          </a:p>
          <a:p>
            <a:r>
              <a:t>Fase HEXA: Idear — proponer soluciones</a:t>
            </a:r>
          </a:p>
          <a:p>
            <a:r>
              <a:t>Entrega la consigna, observa decisiones y pide una prueba reproducible.</a:t>
            </a:r>
          </a:p>
          <a:p>
            <a:r>
              <a:t>- Propón dos versiones de saludo, propósito y cierre.</a:t>
            </a:r>
          </a:p>
          <a:p>
            <a:r>
              <a:t>- Elige una versión y justifica claridad, orden y honestidad.</a:t>
            </a:r>
          </a:p>
          <a:p>
            <a:r>
              <a:t>- Impleméntala y pide a otra persona que lea solo la consola.</a:t>
            </a:r>
          </a:p>
          <a:p>
            <a:r>
              <a:t>- Corrige una frase, un espacio o un signo tras la revisión.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7 de 9: Salida defendible</a:t>
            </a:r>
          </a:p>
          <a:p>
            <a:r>
              <a:t>Fase HEXA: Idear — proponer soluciones</a:t>
            </a:r>
          </a:p>
          <a:p>
            <a:r>
              <a:t>Comprueba la evidencia en su fuente canónica: Registrad la decisión de diseño de mensajes y guardad la versión programada.</a:t>
            </a:r>
          </a:p>
          <a:p>
            <a:r>
              <a:t>- La conversación simulada tiene presentación, propósito y cierre.</a:t>
            </a:r>
          </a:p>
          <a:p>
            <a:r>
              <a:t>- El valor de una variable inicializada en el código aparece mediante concatenación.</a:t>
            </a:r>
          </a:p>
          <a:p>
            <a:r>
              <a:t>- No se prometen memoria, ficheros o IA real.</a:t>
            </a:r>
          </a:p>
          <a:p>
            <a:r>
              <a:t>- Puedo explicar qué mensaje cambié después de probarlo.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8 de 9: Decisión de diseño</a:t>
            </a:r>
          </a:p>
          <a:p>
            <a:r>
              <a:t>Fase HEXA: Idear — proponer soluciones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mensaje elegiste, por qué y qué cambió después de verlo ejecutado?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idear mensajes claros antes de programarlos y usar literales y concatenación cuando sea necesario.</a:t>
            </a:r>
          </a:p>
          <a:p>
            <a:r>
              <a:t>Diapositiva 9 de 9: Fuentes diferenciadas</a:t>
            </a:r>
          </a:p>
          <a:p>
            <a:r>
              <a:t>Fase HEXA: Idear — proponer soluciones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 por hitos · Capítulos 01-02: consola y salida</a:t>
            </a:r>
          </a:p>
          <a:p>
            <a:r>
              <a:t>- PDF Tema 1 · §4: salida y expresiones</a:t>
            </a:r>
          </a:p>
          <a:p>
            <a:r>
              <a:t>- Proyecto MiniJarvis · fichas S206-S215, píldoras H1 y criterios de evidencia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Qué vas a aprender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Al terminar, debes idear mensajes claros antes de programarlos y usar literales y concatenación cuando sea necesario.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Registrad la decisión de diseño de mensajes y guardad la versión programada.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La consola también es una interfaz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POCO CLARO · MJ v1</a:t>
            </a:r>
            <a:br/>
            <a:r>
              <a:t>ok</a:t>
            </a:r>
            <a:br/>
            <a:r>
              <a:t>Dato: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CLARO · Hola, soy MiniJarvis.</a:t>
            </a:r>
            <a:br/>
            <a:r>
              <a:t>Escribe un nombre ficticio:</a:t>
            </a:r>
            <a:br/>
            <a:r>
              <a:t>Fin de la primera prueba.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El mensaje debe indicar qué ocurre, qué dato se espera y qué resultado obtiene la persona.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Concatena texto y valores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FFFFFF"/>
                </a:solidFill>
                <a:latin typeface="Liberation Mono"/>
              </a:defRPr>
            </a:pPr>
            <a:r>
              <a:t>String userName = "Laura";</a:t>
            </a:r>
            <a:br/>
            <a:r>
              <a:t>System.out.println("Hola, " + userName + ".");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Salida esperada: Hola, Laura.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Las comillas contienen texto fijo; la variable aporta el valor cambiante.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print no salta de línea; println termina la línea.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Suma o concatenación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NÚMEROS · System.out.println(2 + 3);</a:t>
            </a:r>
            <a:br/>
            <a:r>
              <a:t>Salida: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TEXTO · System.out.println("Total: " + 2 + 3);</a:t>
            </a:r>
            <a:br/>
            <a:r>
              <a:t>Salida: Total: 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Predice el resultado según el tipo y el orden de las piezas.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Diseña antes de programar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Propón dos versiones de saludo, propósito y cierre.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Elige una versión y justifica claridad, orden y honestidad.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Impleméntala y pide a otra persona que lea solo la consola.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Corrige una frase, un espacio o un signo tras la revisión.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Salida defendible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conversación simulada tiene presentación, propósito y cierre.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valor de una variable inicializada en el código aparece mediante concatenación.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se prometen memoria, ficheros o IA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qué mensaje cambié después de probarlo.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Decisión de diseño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mensaje elegiste, por qué y qué cambió después de verlo ejecutado?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diferenciadas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 por hitos · Capítulos 01-02: consola y salida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PDF Tema 1 · §4: salida y expresiones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Proyecto MiniJarvis · fichas S206-S215, píldoras H1 y criterios de evidencia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