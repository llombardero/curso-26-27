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Idear la salida de MiniJarvis antes de programarla y usar concatenación cuando sea necesaria.</a:t>
            </a:r>
          </a:p>
          <a:p>
            <a:r>
              <a:t>Diapositiva 1 de 9: Diseñar mensajes claros por consola</a:t>
            </a:r>
          </a:p>
          <a:p>
            <a:r>
              <a:t>Fase HEXA: Idear — proponer soluciones</a:t>
            </a:r>
          </a:p>
          <a:p>
            <a:r>
              <a:t>Presenta el producto y anticipa la evidencia: Quede trazabilidad de la ideación.</a:t>
            </a:r>
          </a:p>
          <a:p>
            <a:r>
              <a:t>Secuencia docente:</a:t>
            </a:r>
          </a:p>
          <a:p>
            <a:r>
              <a:t>- 00:00–00:05 / D1: IDEAR: Pide elegir y justificar por claridad.</a:t>
            </a:r>
          </a:p>
          <a:p>
            <a:r>
              <a:t>- 00:05–00:10 / D2: PÍLDORA BREVE: Conecta diseño de mensajes con experiencia de usuario sin introducir teoría extra.</a:t>
            </a:r>
          </a:p>
          <a:p>
            <a:r>
              <a:t>- 00:10–00:20 / D3: ACTIVIDAD DE IDEACIÓN: Impide que salten directamente al IDE. Facilita con preguntas.</a:t>
            </a:r>
          </a:p>
          <a:p>
            <a:r>
              <a:t>- 00:20–00:26 / D4: PÍLDORA DOCENTE 1/1: Explica literal de texto y concatenación solo porque ahora necesitan insertar un dato.</a:t>
            </a:r>
          </a:p>
          <a:p>
            <a:r>
              <a:t>- 00:26–00:40 / D5: ACTIVIDAD: Circula y pide justificar decisiones.</a:t>
            </a:r>
          </a:p>
          <a:p>
            <a:r>
              <a:t>- 00:40–00:45 / D6: CIERRE: Pide un registro breve en el diario individual.</a:t>
            </a:r>
          </a:p>
          <a:p>
            <a:r>
              <a:t>Claves docentes:</a:t>
            </a:r>
          </a:p>
          <a:p>
            <a:r>
              <a:t>- PÍLDORA BREVE: Conecta diseño de mensajes con experiencia de usuario sin introducir teoría extra, PÍLDORA DOCENTE 1/1: Explica literal de texto y concatenación solo porque ahora necesitan insertar un dato.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Idear la salida de MiniJarvis antes de programarla y usar concatenación cuando sea necesaria.</a:t>
            </a:r>
          </a:p>
          <a:p>
            <a:r>
              <a:t>Diapositiva 2 de 9: Qué debe conseguirse</a:t>
            </a:r>
          </a:p>
          <a:p>
            <a:r>
              <a:t>Fase HEXA: Idear — proponer soluciones</a:t>
            </a:r>
          </a:p>
          <a:p>
            <a:r>
              <a:t>- Objetivo: Idear la salida de MiniJarvis antes de programarla y usar concatenación cuando sea necesaria.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Idear la salida de MiniJarvis antes de programarla y usar concatenación cuando sea necesaria.</a:t>
            </a:r>
          </a:p>
          <a:p>
            <a:r>
              <a:t>Diapositiva 3 de 9: Ejemplo o demostración · 1</a:t>
            </a:r>
          </a:p>
          <a:p>
            <a:r>
              <a:t>Fase HEXA: Idear — proponer soluciones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Dos salidas, ¿cuál ayuda más? — A: MJ v1</a:t>
            </a:r>
          </a:p>
          <a:p>
            <a:r>
              <a:t>- 2026</a:t>
            </a:r>
          </a:p>
          <a:p>
            <a:r>
              <a:t>- ok \| B: Hola, soy MiniJarvis.</a:t>
            </a:r>
          </a:p>
          <a:p>
            <a:r>
              <a:t>- Estoy en mi primera versión por consola.</a:t>
            </a:r>
          </a:p>
          <a:p>
            <a:r>
              <a:t>- Curso de trabajo: 2026.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Idear la salida de MiniJarvis antes de programarla y usar concatenación cuando sea necesaria.</a:t>
            </a:r>
          </a:p>
          <a:p>
            <a:r>
              <a:t>Diapositiva 4 de 9: Ejemplo o demostración · 2</a:t>
            </a:r>
          </a:p>
          <a:p>
            <a:r>
              <a:t>Fase HEXA: Idear — proponer soluciones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D2 · La consola también es una interfaz — Aunque solo sea texto, alguien debe entender qué ocurre, qué se le pide y qué resultado obtiene.</a:t>
            </a:r>
          </a:p>
          <a:p>
            <a:r>
              <a:t>- D3 · Generad alternativas antes de programar — Cada equipo propone al menos 2 versiones de:</a:t>
            </a:r>
          </a:p>
          <a:p>
            <a:r>
              <a:t>- • saludo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Idear la salida de MiniJarvis antes de programarla y usar concatenación cuando sea necesaria.</a:t>
            </a:r>
          </a:p>
          <a:p>
            <a:r>
              <a:t>Diapositiva 5 de 9: Actividad central · 1</a:t>
            </a:r>
          </a:p>
          <a:p>
            <a:r>
              <a:t>Fase HEXA: Idear — proponer soluciones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Idear la salida de MiniJarvis antes de programarla y usar concatenación cuando sea necesaria.</a:t>
            </a:r>
          </a:p>
          <a:p>
            <a:r>
              <a:t>Diapositiva 6 de 9: Actividad central · 2</a:t>
            </a:r>
          </a:p>
          <a:p>
            <a:r>
              <a:t>Fase HEXA: Idear — proponer soluciones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Idear la salida de MiniJarvis antes de programarla y usar concatenación cuando sea necesaria.</a:t>
            </a:r>
          </a:p>
          <a:p>
            <a:r>
              <a:t>Diapositiva 7 de 9: Evidencia y comprobación</a:t>
            </a:r>
          </a:p>
          <a:p>
            <a:r>
              <a:t>Fase HEXA: Idear — proponer soluciones</a:t>
            </a:r>
          </a:p>
          <a:p>
            <a:r>
              <a:t>Comprueba la evidencia en su fuente canónica: Quede trazabilidad de la ideación.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Idear la salida de MiniJarvis antes de programarla y usar concatenación cuando sea necesaria.</a:t>
            </a:r>
          </a:p>
          <a:p>
            <a:r>
              <a:t>Diapositiva 8 de 9: Seguridad y uso responsable</a:t>
            </a:r>
          </a:p>
          <a:p>
            <a:r>
              <a:t>Fase HEXA: Idear — proponer soluciones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Idear la salida de MiniJarvis antes de programarla y usar concatenación cuando sea necesaria.</a:t>
            </a:r>
          </a:p>
          <a:p>
            <a:r>
              <a:t>Diapositiva 9 de 9: Cierre y defensa</a:t>
            </a:r>
          </a:p>
          <a:p>
            <a:r>
              <a:t>Fase HEXA: Idear — proponer soluciones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/mnt/compartido/Programación-26-27/Minijarvis/02-PROFESORADO/02-SESIONES/h1/S209-salida-por-pantalla-y-mensajes-del-asistente-docente.md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Diseñar mensajes claros por consola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Idear — proponer soluciones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Idear la salida de MiniJarvis antes de programarla y usar concatenación cuando sea necesaria.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D1 · Dos salidas, ¿cuál ayuda más? — A: MJ v1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2026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ok \| B: Hola, soy MiniJarvis.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Estoy en mi primera versión por consola.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Curso de trabajo: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D2 · La consola también es una interfaz — Aunque solo sea texto, alguien debe entender qué ocurre, qué se le pide y qué resultado obtiene.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D3 · Generad alternativas antes de programar — Cada equipo propone al menos 2 versiones de: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• saludo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209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