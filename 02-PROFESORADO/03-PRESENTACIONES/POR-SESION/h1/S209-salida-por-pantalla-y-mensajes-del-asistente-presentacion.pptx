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Salida por pantalla y mensajes del asistente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Idear — proponer soluciones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209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Usar System.out.println y construir salida legible.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Programa que muestra saludo, propósito y curso.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209 · H1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La consola es la primera interfaz.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Comparar mensajes confusos con mensajes claros.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Diseñar el primer guion de presentación de MiniJarvis.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Revisar si la salida es comprensible para una persona usuaria.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209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Diferencia entre texto literal, concatenación y orden de mensajes.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Comparar mensajes confusos con mensajes claros.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209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Diseñar los primeros mensajes de MiniJarvis.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Programa que muestra saludo, propósito y curso.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209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209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209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Revisar si la salida es comprensible para una persona usuaria.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