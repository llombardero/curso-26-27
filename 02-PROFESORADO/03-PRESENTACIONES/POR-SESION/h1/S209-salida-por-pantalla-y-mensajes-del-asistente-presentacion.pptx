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Activar la diferencia entre salida correcta y salida comprensible. Función del soporte: apoyo al trabajo.</a:t>
            </a:r>
          </a:p>
          <a:p/>
          <a:p>
            <a:r>
              <a:t>Facilitación docente · Antes de entrar en clase</a:t>
            </a:r>
          </a:p>
          <a:p>
            <a:r>
              <a:t>- [ ] Preparar los cinco contrastes de mensajes sin revelar de entrada cuál funciona mejor.</a:t>
            </a:r>
          </a:p>
          <a:p>
            <a:r>
              <a:t>- [ ] Probar los ejemplos de concatenación y tener clara su salida exacta.</a:t>
            </a:r>
          </a:p>
          <a:p>
            <a:r>
              <a:t>- [ ] Preparar pizarra o papel para diseñar alternativas antes de abrir el IDE.</a:t>
            </a:r>
          </a:p>
          <a:p>
            <a:r>
              <a:t>- [ ] Tener disponible el proyecto de H1 para la implementación de equipo.</a:t>
            </a:r>
          </a:p>
          <a:p>
            <a:r>
              <a:t>- [ ] Reservar una lectura cruzada de consola sin mostrar el código.</a:t>
            </a:r>
          </a:p>
          <a:p/>
          <a:p>
            <a:r>
              <a:t>Facilitación docente · Apertura docente</a:t>
            </a:r>
          </a:p>
          <a:p>
            <a:r>
              <a:t>&gt; Hoy estamos en Idear. Primero decidiremos qué debe entender la persona usuaria y después escribiremos el código. Un programa puede compilar y mostrar una salida técnicamente correcta, pero seguir comunicándose mal.</a:t>
            </a:r>
          </a:p>
          <a:p/>
          <a:p>
            <a:r>
              <a:t>&gt; Si la consola muestra solo `5`, ¿el programa ha producido una salida correcta? ¿Puede una persona saber qué significa ese número?</a:t>
            </a:r>
          </a:p>
          <a:p/>
          <a:p>
            <a:r>
              <a:t>Distingue desde el principio:</a:t>
            </a:r>
          </a:p>
          <a:p/>
          <a:p>
            <a:r>
              <a:t>- **salida técnicamente correcta:** el programa muestra lo que el código ordena;</a:t>
            </a:r>
          </a:p>
          <a:p>
            <a:r>
              <a:t>- **salida comprensible:** la persona usuaria entiende qué ocurre, qué se le pide o qué significa el resultado.</a:t>
            </a:r>
          </a:p>
          <a:p/>
          <a:p>
            <a:r>
              <a:t>Observación · Observación docente</a:t>
            </a:r>
          </a:p>
          <a:p>
            <a:r>
              <a:t>Mientras trabajan, comprueba específicamente:</a:t>
            </a:r>
          </a:p>
          <a:p/>
          <a:p>
            <a:r>
              <a:t>- que distinguen salida técnicamente correcta de salida comprensible;</a:t>
            </a:r>
          </a:p>
          <a:p>
            <a:r>
              <a:t>- que razonan desde la perspectiva de la persona usuaria;</a:t>
            </a:r>
          </a:p>
          <a:p>
            <a:r>
              <a:t>- que proponen alternativas antes de programar;</a:t>
            </a:r>
          </a:p>
          <a:p>
            <a:r>
              <a:t>- que justifican la opción seleccionada;</a:t>
            </a:r>
          </a:p>
          <a:p>
            <a:r>
              <a:t>- que predicen las concatenaciones antes de ejecutar;</a:t>
            </a:r>
          </a:p>
          <a:p>
            <a:r>
              <a:t>- que explican cuándo `+` suma y cuándo concatena en los ejemplos trabajados;</a:t>
            </a:r>
          </a:p>
          <a:p>
            <a:r>
              <a:t>- que revisan espacios, signos y separación entre literal y dato;</a:t>
            </a:r>
          </a:p>
          <a:p>
            <a:r>
              <a:t>- que contrastan la salida real con lo diseñado;</a:t>
            </a:r>
          </a:p>
          <a:p>
            <a:r>
              <a:t>- que pueden explicar por qué el mensaje final es mejor que la alternativa descartada;</a:t>
            </a:r>
          </a:p>
          <a:p>
            <a:r>
              <a:t>- que describen MiniJarvis sin atribuirle capacidades inexistentes.</a:t>
            </a:r>
          </a:p>
          <a:p/>
          <a:p>
            <a:r>
              <a:t>Andamiaje y recuperación · Andamiaje ante bloqueos</a:t>
            </a:r>
          </a:p>
          <a:p>
            <a:r>
              <a:t>No proporciones inmediatamente el mensaje final. Utiliza preguntas específicas:</a:t>
            </a:r>
          </a:p>
          <a:p/>
          <a:p>
            <a:r>
              <a:t>- **Mensaje demasiado genérico:** «¿Qué información necesita la persona para entender qué ha ocurrido?»</a:t>
            </a:r>
          </a:p>
          <a:p>
            <a:r>
              <a:t>- **Dato aislado:** «¿Qué significa ese número?»</a:t>
            </a:r>
          </a:p>
          <a:p>
            <a:r>
              <a:t>- **Salida técnica:** «¿Una persona ajena al código entendería este mensaje?»</a:t>
            </a:r>
          </a:p>
          <a:p>
            <a:r>
              <a:t>- **Concatenación incorrecta:** separa los operandos y pide predecir cada unión.</a:t>
            </a:r>
          </a:p>
          <a:p>
            <a:r>
              <a:t>- **Espacios o signos incorrectos:** pide leer literalmente la salida esperada.</a:t>
            </a:r>
          </a:p>
          <a:p>
            <a:r>
              <a:t>- **El equipo abre directamente el IDE:** exige primero dos alternativas escritas.</a:t>
            </a:r>
          </a:p>
          <a:p>
            <a:r>
              <a:t>- **No saben elegir:** compara claridad, contexto y honestidad.</a:t>
            </a:r>
          </a:p>
          <a:p>
            <a:r>
              <a:t>- **Prometen demasiado:** pregunta qué capacidad puede demostrar el programa actual.</a:t>
            </a:r>
          </a:p>
          <a:p/>
          <a:p>
            <a:r>
              <a:t>Facilitación docente · Límites de S209</a:t>
            </a:r>
          </a:p>
          <a:p>
            <a:r>
              <a:t>Esta sesión no desarrolla operaciones aritméticas, constantes, `Scanner`, decisiones ni clean code como temas centrales. Se concentra en diseñar mensajes, usar literales y concatenar datos para construir la primera interfaz de MiniJarvis.</a:t>
            </a:r>
          </a:p>
          <a:p/>
          <a:p>
            <a:r>
              <a:t>Ritmo fuente · Temporalización orientativa</a:t>
            </a:r>
          </a:p>
          <a:p>
            <a:r>
              <a:t>0–5 min — Activar la diferencia entre salida correcta y salida comprensible.</a:t>
            </a:r>
          </a:p>
          <a:p/>
          <a:p>
            <a:r>
              <a:t>5–13 min — Analizar los cinco contrastes desde la perspectiva de la persona usuaria.</a:t>
            </a:r>
          </a:p>
          <a:p/>
          <a:p>
            <a:r>
              <a:t>13–21 min — Diseñar por parejas, sin IDE, dos alternativas de saludo, propósito y mensaje final.</a:t>
            </a:r>
          </a:p>
          <a:p/>
          <a:p>
            <a:r>
              <a:t>21–27 min — Predecir literales, concatenaciones, espacios, signos y el comportamiento contextual de +.</a:t>
            </a:r>
          </a:p>
          <a:p/>
          <a:p>
            <a:r>
              <a:t>27–36 min — Comparar en equipo, elegir, justificar, implementar y ejecutar la propuesta.</a:t>
            </a:r>
          </a:p>
          <a:p/>
          <a:p>
            <a:r>
              <a:t>36–41 min — Pedir a otra persona que lea solo la consola y explique qué entiende.</a:t>
            </a:r>
          </a:p>
          <a:p/>
          <a:p>
            <a:r>
              <a:t>41–45 min — Revisar mensajes, comprobar la salida y cerrar con la decisión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Activar la diferencia entre salida correcta y salida comprensible. Función del soporte: apoyo al trabajo.</a:t>
            </a:r>
          </a:p>
          <a:p/>
          <a:p>
            <a:r>
              <a:t>Detalle para la explicación oral · Finalidad de la sesión</a:t>
            </a:r>
          </a:p>
          <a:p>
            <a:r>
              <a:t>El alumnado diseña mensajes comprensibles antes de programarlos, compara alternativas y utiliza literales y concatenación para implementar la opción elegida. La consola se presenta como la primera interfaz de MiniJarvis: aunque sea textual, debe permitir entender qué ocurre, qué se pide y qué resultado se muestra.</a:t>
            </a:r>
          </a:p>
          <a:p/>
          <a:p>
            <a:r>
              <a:t>MiniJarvis en H1 es un programa Java progresivo. Sus mensajes deben describir honestamente lo que ya hace, sin presentarlo como una inteligencia artificial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36–41 min: duración compartida 300 segundos. Trabajo: Pedir a otra persona que lea solo la consola y explique qué entiende. Función del soporte: apoyo al trabajo.</a:t>
            </a:r>
          </a:p>
          <a:p/>
          <a:p>
            <a:r>
              <a:t>Detalle para la explicación oral · La consola como primera interfaz</a:t>
            </a:r>
          </a:p>
          <a:p>
            <a:r>
              <a:t>`System.out.println` no se limita a «sacar texto». En H1 permite comunicarse con la persona que ejecuta MiniJarvis. Un mensaje útil aporta el contexto suficiente y evita vocabulario técnico interno que no ayuda a usar el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1: confirmación genérica</a:t>
            </a:r>
          </a:p>
          <a:p>
            <a:r>
              <a:t>`correcto` puede ser una salida válida desde el punto de vista del código, pero no identifica qué ha ocurrido. La segunda opción comunica la acción confirmada.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2: petición vaga</a:t>
            </a:r>
          </a:p>
          <a:p>
            <a:r>
              <a:t>La primera petición no permite saber qué dato se espera. La segunda aporta una acción y un contexto, aunque en clase deba usarse siempre un nombre ficticio.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3: resultado aislado</a:t>
            </a:r>
          </a:p>
          <a:p>
            <a:r>
              <a:t>El número aislado carece de significado visible. La alternativa relaciona el dato con aquello que representa.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4: detalle técnico interno</a:t>
            </a:r>
          </a:p>
          <a:p>
            <a:r>
              <a:t>El primer mensaje describe una operación interna útil para quien programa, pero no para quien usa MiniJarvis. La segunda salida emplea el dato para comunicarse.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5: promesa que excede H1</a:t>
            </a:r>
          </a:p>
          <a:p>
            <a:r>
              <a:t>La primera salida atribuye al programa una capacidad que H1 no demuestra. La segunda presenta su identidad y alcance de forma honesta.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Activar la diferencia entre salida correcta y salida comprensible.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13–21 min: duración compartida 480 segundos. Trabajo: Diseñar por parejas, sin IDE, dos alternativas de saludo, propósito y mensaje final. Función del soporte: actividad.</a:t>
            </a:r>
          </a:p>
          <a:p/>
          <a:p>
            <a:r>
              <a:t>Detalle para la explicación oral · Diseño sin IDE — PAREJAS</a:t>
            </a:r>
          </a:p>
          <a:p>
            <a:r>
              <a:t>&gt; Todavía no abráis el IDE. Primero plantead dos versiones de saludo, propósito y mensaje final. Comparadlas, elegid una y justificadla. Solo después programaréis.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13–21 min: duración compartida 480 segundos. Trabajo: Diseñar por parejas, sin IDE, dos alternativas de saludo, propósito y mensaje final. Función del soporte: actividad.</a:t>
            </a:r>
          </a:p>
          <a:p/>
          <a:p>
            <a:r>
              <a:t>Detalle para la explicación oral · Diseño sin IDE — PAREJAS</a:t>
            </a:r>
          </a:p>
          <a:p>
            <a:r>
              <a:t>&gt; Todavía no abráis el IDE. Primero plantead dos versiones de saludo, propósito y mensaje final. Comparadlas, elegid una y justificadla. Solo después programaréis.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>
            <a:r>
              <a:t>Detalle para la explicación oral · Literal textual</a:t>
            </a:r>
          </a:p>
          <a:p>
            <a:r>
              <a:t>El texto entre comillas dobles es un literal textual. Se muestra tal como está escrito, incluidos espacios y signos interiores.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>
            <a:r>
              <a:t>Detalle para la explicación oral · El significado contextual de +</a:t>
            </a:r>
          </a:p>
          <a:p>
            <a:r>
              <a:t>En la primera línea, los operandos son números y `+` suma. En la segunda, la evaluación ya está construyendo texto: concatena `2` y después `3` con el literal inicial.</a:t>
            </a:r>
          </a:p>
          <a:p/>
          <a:p>
            <a:r>
              <a:t>No desarrolles aquí una teoría extensa de precedencia. La cuestión de S209 es qué mensaje aparecerá y por qué. La profundización en operaciones corresponde a S211.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actividad.</a:t>
            </a:r>
          </a:p>
          <a:p/>
          <a:p>
            <a:r>
              <a:t>Detalle para la explicación oral · Decisión e implementación — EQUIPO</a:t>
            </a:r>
          </a:p>
          <a:p>
            <a:r>
              <a:t>La implementación debe incluir al menos un literal textual y una concatenación con un dato. No convierte la sesión en una práctica general de variables u operaciones.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actividad.</a:t>
            </a:r>
          </a:p>
          <a:p/>
          <a:p>
            <a:r>
              <a:t>Detalle para la explicación oral · Decisión e implementación — EQUIPO</a:t>
            </a:r>
          </a:p>
          <a:p>
            <a:r>
              <a:t>La implementación debe incluir al menos un literal textual y una concatenación con un dato. No convierte la sesión en una práctica general de variables u operaciones.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documento paralelo, ficha de validación ni microentrega. La alternativa descartada puede explicarse durante la actividad; solo necesita persistir si ayuda al equipo a comprender una decisión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documento paralelo, ficha de validación ni microentrega. La alternativa descartada puede explicarse durante la actividad; solo necesita persistir si ayuda al equipo a comprender una decisión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36–41 min: duración compartida 300 segundos. Trabajo: Pedir a otra persona que lea solo la consola y explique qué entiende. Función del soporte: explicación.</a:t>
            </a:r>
          </a:p>
          <a:p/>
          <a:p>
            <a:r>
              <a:t>Detalle para la explicación oral · Validación con otra persona</a:t>
            </a:r>
          </a:p>
          <a:p>
            <a:r>
              <a:t>El equipo escucha, contrasta la interpretación con su intención y revisa el texto cuando sea necesario. Esta validación es una conversación breve, no un formulario ni una ficha.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41–45 min: duración compartida 240 segundos. Trabajo: Revisar mensajes, comprobar la salida y cerrar con la decisión final. Función del soporte: cierre.</a:t>
            </a:r>
          </a:p>
          <a:p/>
          <a:p>
            <a:r>
              <a:t>Facilitación docente · Comprobación y cierre</a:t>
            </a:r>
          </a:p>
          <a:p>
            <a:r>
              <a:t>Pregunta al equipo:</a:t>
            </a:r>
          </a:p>
          <a:p/>
          <a:p>
            <a:r>
              <a:t>&gt; ¿Qué verá exactamente la persona usuaria, por qué el mensaje final es mejor que la alternativa descartada y qué cambiasteis después de ejecutar o de escuchar a otra persona?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dificultad común de comunicación, pareja o equipo que necesita apoyo, decisión pendiente o ajuste temporal para la siguiente aplicación.</a:t>
            </a:r>
          </a:p>
          <a:p/>
          <a:p>
            <a:r>
              <a:t>Detalle para la explicación oral · Comprobación y cierre</a:t>
            </a:r>
          </a:p>
          <a:p>
            <a:r>
              <a:t>&gt; Hoy hemos ideado antes de programar. La salida de consola no se improvisa al final: se diseña, se ejecuta y se revisa para que alguien comprenda qué ocurre.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Mensajes de consola, literales y concatenación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Idear — proponer soluciones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Equipo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PAREJAS → EQUIPO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"title", "plan_index": 0, "recognition": false, "unit_ids": ["unit-0", "unit-1", "unit-2", "unit-19", "unit-20", "unit-22", "unit-25", "unit-26", "unit-27", "unit-28", "unit-29", "unit-30", "unit-31"], "roles": {"unit-0": "core", "unit-1": "core", "unit-2": "core", "unit-19": "core", "unit-20": "core", "unit-22": "unknown", "unit-25": "core", "unit-26": "core", "unit-27": "core", "unit-28": "core", "unit-29": "core", "unit-30": "core", "unit-31": "core"}, "source_refs": [{"source": "teacher", "heading": "Finalidad de la sesión",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21, "fragment": 0}, {"source": "teacher", "heading": "Andamiaje ante bloqueos", "block_index": 22, "fragment": 0}, {"source": "teacher", "heading": "Límites de S209", "block_index": 24,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0}], "visible_sources": [], "notes_sources": [{"function": "preparation", "heading": "Antes de entrar en clase", "sha256": "701a5f7c27acb4220b7f8d5f27f1c736d06e3c022985fcaae1b7fb6da1940168"}, {"function": "explanations", "heading": "Apertura docente", "sha256": "1cedc1a0a446070977bb8855bef2c5c29914115e9d53eaeee60929ebb3c3db7b"}, {"function": "explanations", "heading": "Apertura docente", "sha256": "df9acf2e0cc9e2f7147f4ae4b90b1e1f9eeda1377e5dbfd9739ecfa79384031d"}, {"function": "explanations", "heading": "Apertura docente", "sha256": "434f326a58409cf3610d32e3df8fae163b50de87cc130fd2efbe7042869ebfbb"}, {"function": "explanations", "heading": "Apertura docente", "sha256": "68148dfee68bbde9e6d6f7093105924c84e767b763cf0c04033c1fe5faa6988f"}, {"function": "explanations", "heading": "Apertura docente", "sha256": "f52eeb7939ba59a18c00cfb363f806db3ee7e46adbc6d44208be9f1484b3b79a"}, {"function": "explanations", "heading": "Apertura docente", "sha256": "961a36ac1093894fee007ef1fca1e4742fada4cd15b2c78a5cc5f7df8caa61e0"}, {"function": "observation", "heading": "Observación docente", "sha256": "41a5e5c65f665d407c8595af199eb96dce458dc433cdeaf9583022afae691cef"}, {"function": "observation", "heading": "Observación docente", "sha256": "4c81a7b760ba0b013ac94f3c9172f1d8a492d2bef9ff673f66f32678dcefe594"}, {"function": "scaffolding", "heading": "Andamiaje ante bloqueos", "sha256": "fe22c2a6ddbf0ea6d1bc5b785041beddd19d8c88f38f4894c0cdc5a1fbcc0b81"}, {"function": "scaffolding", "heading": "Andamiaje ante bloqueos", "sha256": "0fb82ddc69c090fc0e6f094184231df9464609ab0d413706dc5ef759363b4a9b"}, {"function": "other", "heading": "Límites de S209", "sha256": "e0c337fe8aebb95fac54036094e7ce82c8d934a867d45b00864cae4c6d243db0"}, {"function": "timeline", "heading": "Temporalización orientativa", "sha256": "df383012b24b5e464bddd629723ed629b6ca3ed9652e59916a75f682df6f1722"}, {"function": "timeline", "heading": "Temporalización orientativa", "sha256": "6b0a0651310fecae5a7f2486953d45d4ff9134f5692ef6751458eb63d2f68c3d"}, {"function": "timeline", "heading": "Temporalización orientativa", "sha256": "f8197f82ad83483e64bc6f11025c6b6ed628ca8a53a25ed4f4ff35c924d54e0c"}, {"function": "timeline", "heading": "Temporalización orientativa", "sha256": "1dceb35d9a8cf3f76c207b81cb6abddd885dbfd18c539bfd2a91a0ed14d3fff4"}, {"function": "timeline", "heading": "Temporalización orientativa", "sha256": "6e9bddfc7054977eeb7727406efa8bae17c1020276b27719a9f4970c2400f6fd"}, {"function": "timeline", "heading": "Temporalización orientativa", "sha256": "f0741f6e226b0a534b982941744ea144a144aae096d8b118277d57d326d8baa6"}, {"function": "timeline", "heading": "Temporalización orientativa", "sha256": "6f4affaeb62cc7a398514c00d704e9c003e2397042d52566a45a207779e7579d"}, {"function": "facilitation", "heading": "Finalidad de la sesión", "sha256": "ac2519fecac71d22450007015a4c682e64c51539ea0d31d1f1b23f08b6e96d07"}],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"explanations"}], "clock_intervals": [0], "presenter_notes": "Reloj fuente 0–5 min: duración compartida 300 segundos. Trabajo: Activar la diferencia entre salida correcta y salida comprensible. Función del soporte: apoyo al trabajo.", "shared_intervals": [{"source_index": 0, "source_time": "0–5 min", "seconds": 300, "is_owner": false, "function": "explanations", "action": "Activar la diferencia entre salida correcta y salida comprensible.",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Finalidad de la sesión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alumnado diseña mensajes comprensibles antes de programarlos, compara alternativas y utiliza literales y concatenación para implementar la opción elegida.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mensaje está pensado para quien utiliza el programa, no para demostrar que sabemos Java.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27634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MiniJarvis en H1 es un programa Java progresivo.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"concept", "plan_index": 0, "recognition": false, "unit_ids": ["unit-0"], "roles": {"unit-0": "core"}, "source_refs": [{"source": "teacher", "heading": "Finalidad de la sesión", "block_index": 0, "fragment": 0}], "visible_sources": [{"index": 0, "sha256": "5e43213260a240723f7fec11767fb4790e42adb33b41e92985ea99bbd0df302b"}, {"index": 2, "sha256": "4fe260d756b828fb73205615e8fdf797c6bf824eb0565be374580bfd9f4f3815"}, {"index": 3, "sha256": "5bbfbd72cff32ebecd1b81d2719ece21bce1d3e60160b15cc39c46108abf3177"}], "notes_sources": [{"function": "visible_detail", "heading": "Finalidad de la sesión", "sha256": "5e43213260a240723f7fec11767fb4790e42adb33b41e92985ea99bbd0df302b"}, {"function": "visible_detail", "heading": "Finalidad de la sesión", "sha256": "5bbfbd72cff32ebecd1b81d2719ece21bce1d3e60160b15cc39c46108abf3177"}], "relations": {"unit_relations": {"unit-0": {}}, "schedule": null, "source_supports_enriched": true}, "timeline_refs": [0], "composition": {"origin_slides": [2]},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"explanations"}], "clock_intervals": [0], "presenter_notes": "Reloj fuente 0–5 min: duración compartida 300 segundos. Trabajo: Activar la diferencia entre salida correcta y salida comprensible. Función del soporte: apoyo al trabajo.", "shared_intervals": [{"source_index": 0, "source_time": "0–5 min", "seconds": 300, "is_owner": false, "function": "explanations", "action": "Activar la diferencia entre salida correcta y salida comprensible.",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La consola como primera interfaz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System.out.println no se limita a «sacar texto».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06451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entiende la persona?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06451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información falta?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655823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sobra?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655823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alternativa sería más clara?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"concept", "plan_index": 1, "recognition": false, "unit_ids": ["unit-3"], "roles": {"unit-3": "unknown"}, "source_refs": [{"source": "teacher", "heading": "La consola como primera interfaz", "block_index": 4, "fragment": 0}], "visible_sources": [{"index": 0, "sha256": "b4cc33e5c85a633aed47db850d118f61ef854d5371142b2b2516e27509f6b439"}, {"index": 2, "sha256": "f5d0cd07f0b160aad5312f020b3c60c88e871cc5dba3718d9d38fb7ee47e3858"}], "notes_sources": [{"function": "visible_detail", "heading": "La consola como primera interfaz", "sha256": "b4cc33e5c85a633aed47db850d118f61ef854d5371142b2b2516e27509f6b439"}, {"function": "facilitation", "heading": "La consola como primera interfaz", "sha256": "0b94641143ea0c3b84e9ac0d3d274246a76af11638d513a4a51eb6b5605e57b1"}], "relations": {"unit_relations": {"unit-3": {"question_context": ["context", "question"]}}, "schedule": null, "source_supports_enriched": true}, "timeline_refs": [5], "composition": {"origin_slides": [3]},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"36–41 min", "source_seconds": 300, "is_owner": false, "function": "other"}], "clock_intervals": [5], "presenter_notes": "Reloj fuente 36–41 min: duración compartida 300 segundos. Trabajo: Pedir a otra persona que lea solo la consola y explique qué entiende. Función del soporte: apoyo al trabajo.", "shared_intervals": [{"source_index": 5, "source_time": "36–41 min", "seconds": 300, "is_owner": false, "function": "other", "action": "Pedir a otra persona que lea solo la consola y explique qué entiende.",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1: confirmación genérica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correcto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46964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correcto puede ser una salida válida desde el punto de vista del código, pero no identifica qué ha ocurrido.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MiniJarvis se ha iniciado correctamente.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76301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la persona acaba de ejecutar el programa, ¿qué confirma exactamente cada mensaje?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["unit-4"], "roles": {"unit-4": "core"}, "source_refs": [{"source": "teacher", "heading": "Contraste 1: confirmación genérica", "block_index": 5, "fragment": 0}, {"source": "teacher", "heading": "La consola como primera interfaz", "block_index": 4, "fragment": 0}], "visible_sources": [{"index": 3, "sha256": "ba25972470aa35b5117418283f13cd7bfbf237e1c0d0585c436a59ec4c1b172c"}, {"index": 5, "sha256": "1d85b622ca6abf7d85e841cfccad46cbc28f77b6ff8c8e90365ff6876b248935"}, {"index": 6, "sha256": "c8b5d10de3c84408ef1e732eea29d32d4f4a84b5539c132f47e251dbb6d3eae3"}, {"index": 7, "sha256": "31eded34f02a21e2a616e08cd8cf0a337134a3ef19f2edf71bfa31048b34fa45"}], "notes_sources": [{"function": "counterexamples", "heading": "Contraste 1: confirmación genérica", "sha256": "df9acf2e0cc9e2f7147f4ae4b90b1e1f9eeda1377e5dbfd9739ecfa79384031d"}, {"function": "facilitation", "heading": "Contraste 1: confirmación genérica", "sha256": "8c59fe97debd450b3f2d478b3674b12612a52bd93f02945c5c4ad64892cf8715"}, {"function": "visible_detail", "heading": "Contraste 1: confirmación genérica", "sha256": "c8b5d10de3c84408ef1e732eea29d32d4f4a84b5539c132f47e251dbb6d3eae3"}], "relations": {"unit_relations": {"unit-4": {"question_context": ["context", "question"]}}, "schedule": null, "source_supports_enriched": true}, "timeline_refs": [1], "composition": {"origin_slides": [4]}, "timing": {"seconds": 480, "allocations": [{"source_index": 1, "seconds": 480, "decision": "Intervalo compartido íntegro; propietario contable seleccionado por función de actividad y referencia timeline de unidad (identidad semántica en empates). Propietario. ", "source_time": "5–13 min", "source_seconds": 480, "is_owner": true,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true,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2: petición vaga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Dato: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469642"/>
            <a:ext cx="5166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primera petición no permite saber qué dato se espera.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Escribe tu nombre: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46964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tendría que adivinar la persona ante Dato:? ¿Qué información añade la alternativa?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["unit-5"], "roles": {"unit-5": "core"}, "source_refs": [{"source": "teacher", "heading": "Contraste 2: petición vaga", "block_index": 6, "fragment": 0}, {"source": "teacher", "heading": "La consola como primera interfaz", "block_index": 4, "fragment": 0}], "visible_sources": [{"index": 8, "sha256": "8e8428b3f27e4649f033f4db82540b52dbe564662caabaa59ca4931072694339"}, {"index": 9, "sha256": "488a15ad661abffd7b40e06e6494268dea92957afa9c1a40e1a2e7cd6a3d0418"}, {"index": 10, "sha256": "a24bff4e7f007d949c349fba6f1c139450f3e6f008f94352c3c92956faff12e1"}, {"index": 11, "sha256": "0720d8fb92a2ccb43fd364bdf7b9f239170655a1716dbfb050d9e63a5c719b0c"}], "notes_sources": [{"function": "visible_detail", "heading": "Contraste 2: petición vaga", "sha256": "a24bff4e7f007d949c349fba6f1c139450f3e6f008f94352c3c92956faff12e1"}], "relations": {"unit_relations": {"unit-5": {"question_context": ["context", "question"]}}, "schedule": null, "source_supports_enriched": true}, "timeline_refs": [1], "composition": {"origin_slides": [5]},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3: resultado aislado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5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469642"/>
            <a:ext cx="5166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número aislado carece de significado visible.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 de estudio registradas: 5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76301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¿El número es una cantidad, un código o una opción? ¿Qué palabras eliminan esa ambigüedad?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["unit-6"], "roles": {"unit-6": "core"}, "source_refs": [{"source": "teacher", "heading": "Contraste 3: resultado aislado", "block_index": 7, "fragment": 0}, {"source": "teacher", "heading": "La consola como primera interfaz", "block_index": 4, "fragment": 0}], "visible_sources": [{"index": 12, "sha256": "658f1438a07afcb1469fddbc07a770ec69a27c0dc249027f12dda21004ef57a1"}, {"index": 13, "sha256": "9c3fbe239217921831383fad8b7a6b193f692151c19df26f92dfc6400e1c976b"}, {"index": 14, "sha256": "7f9dd2dddc6cb574d5b0f1565c8d8c3db5b67ce39a0950a7898829cf0c883fca"}, {"index": 15, "sha256": "ec0f43ab96a42cd05f20b069dadf80f83a38ba5395a416473062ecfbd55c2c79"}], "notes_sources": [{"function": "visible_detail", "heading": "Contraste 3: resultado aislado", "sha256": "7f9dd2dddc6cb574d5b0f1565c8d8c3db5b67ce39a0950a7898829cf0c883fca"}], "relations": {"unit_relations": {"unit-6": {"question_context": ["context", "question"]}}, "schedule": null, "source_supports_enriched": true}, "timeline_refs": [1], "composition": {"origin_slides": [6]},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4: detalle técnico interno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initialized successfully.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76301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primer mensaje describe una operación interna útil para quien programa, pero no para quien usa MiniJarvis.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Hola, Laura.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46964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¿Necesita la persona saber que existe un String, o necesita comprender el efecto visible del programa?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["unit-7"], "roles": {"unit-7": "core"}, "source_refs": [{"source": "teacher", "heading": "Contraste 4: detalle técnico interno", "block_index": 8, "fragment": 0}, {"source": "teacher", "heading": "La consola como primera interfaz", "block_index": 4, "fragment": 0}], "visible_sources": [{"index": 16, "sha256": "16c6b2c61c30bc1a5693a34caaa8350e779d8126784749cb6a1a721e8d7a84ab"}, {"index": 17, "sha256": "8932bfd21579cd2fb48932502cb6112bd85feefb439a1026216577a82af5355a"}, {"index": 18, "sha256": "b959aca9c628cc7fc04f40dc1a366e48c5a9dd1db78325abdd70a6c8ae8df10b"}, {"index": 19, "sha256": "246ce1c05cbfeae4337416fd8b08defc640dd7686f8e75e8dd1e2a68bf2ed682"}], "notes_sources": [{"function": "visible_detail", "heading": "Contraste 4: detalle técnico interno", "sha256": "b959aca9c628cc7fc04f40dc1a366e48c5a9dd1db78325abdd70a6c8ae8df10b"}], "relations": {"unit_relations": {"unit-7": {"question_context": ["context", "question"]}}, "schedule": null, "source_supports_enriched": true}, "timeline_refs": [1], "composition": {"origin_slides": [7]},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5: promesa que excede H1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Analizando tus datos con inteligencia artificial...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763012"/>
            <a:ext cx="5166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primera salida atribuye al programa una capacidad que H1 no demuestra.</a:t>
            </a:r>
          </a:p>
        </p:txBody>
      </p:sp>
      <p:sp>
        <p:nvSpPr>
          <p:cNvPr id="8" name="Pregunta o límite del contraste" descr="Pregunta o límite del contraste"/>
          <p:cNvSpPr txBox="1"/>
          <p:nvPr/>
        </p:nvSpPr>
        <p:spPr>
          <a:xfrm>
            <a:off x="640080" y="4024883"/>
            <a:ext cx="5166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Corta también promesas como Puedo recordar todo si H1 todavía no tiene memoria.</a:t>
            </a:r>
          </a:p>
        </p:txBody>
      </p:sp>
      <p:sp>
        <p:nvSpPr>
          <p:cNvPr id="9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10" name="Contraste 1" descr="Contraste 1"/>
          <p:cNvSpPr txBox="1"/>
          <p:nvPr/>
        </p:nvSpPr>
        <p:spPr>
          <a:xfrm>
            <a:off x="6263640" y="1920240"/>
            <a:ext cx="5166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Hola, soy MiniJarvis. Esta es mi primera versión por consola.</a:t>
            </a:r>
          </a:p>
        </p:txBody>
      </p:sp>
      <p:sp>
        <p:nvSpPr>
          <p:cNvPr id="11" name="Pregunta o límite del contraste" descr="Pregunta o límite del contraste"/>
          <p:cNvSpPr txBox="1"/>
          <p:nvPr/>
        </p:nvSpPr>
        <p:spPr>
          <a:xfrm>
            <a:off x="6263640" y="305638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expectativa crea cada versión? ¿Cuál puede demostrarse con el programa actual?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["unit-8"], "roles": {"unit-8": "core"}, "source_refs": [{"source": "teacher", "heading": "Contraste 5: promesa que excede H1", "block_index": 9, "fragment": 0}, {"source": "teacher", "heading": "La consola como primera interfaz", "block_index": 4, "fragment": 0}], "visible_sources": [{"index": 20, "sha256": "6edd0be13f4c42f888bed86da12aa911687b5fd6f124f3305953f8e7bf5969c4"}, {"index": 21, "sha256": "a1788a9759bd8052a6cbd83e7769cfed439937c1d61380748ce9f1b3e90ff8e5"}, {"index": 22, "sha256": "9862c7ea1f9c02274eb4d6173be18a9068d00594e13023702a59d1e5782f7e90"}, {"index": 23, "sha256": "88606c02d80140d9f870dc9e933a4a174c333233d8012fb1f126693f2e2ca36f"}, {"index": 24, "sha256": "aa97a1998c9fd09d92eda56faf822fe05d0740eb57e20e24810aa4832f67ac75"}], "notes_sources": [{"function": "visible_detail", "heading": "Contraste 5: promesa que excede H1", "sha256": "9862c7ea1f9c02274eb4d6173be18a9068d00594e13023702a59d1e5782f7e90"}], "relations": {"unit_relations": {"unit-8": {"question_context": ["context", "question"]}}, "schedule": null, "source_supports_enriched": true}, "timeline_refs": [1], "composition": {"origin_slides": [8, 9]},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Actividad central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idear → comparar → elegir → implementar → ejecutar → revisar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2, "recognition": false, "unit_ids": ["unit-14"], "roles": {"unit-14": "core"}, "source_refs": [{"source": "teacher", "heading": "Actividad central", "block_index": 16, "fragment": 0}], "visible_sources": [{"index": 1, "sha256": "436d96fdef69682dfe1223de54e456bef5b2848de0eb9bbe0297c335d1982cf8"}], "notes_sources": [{"function": "facilitation", "heading": "Actividad central", "sha256": "7cc4e6c54bd1ca5c019a588f741aed46cbce5077a641c2f98b70450188b13da1"}], "relations": {"unit_relations": {"unit-14": {}}, "schedule": null, "source_supports_enriched": true}, "timeline_refs": [0], "composition": {"origin_slides": [10]},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"activity"}], "clock_intervals": [0], "presenter_notes": "Reloj fuente 0–5 min: duración compartida 300 segundos. Trabajo: Activar la diferencia entre salida correcta y salida comprensible. Función del soporte: actividad.", "shared_intervals": [{"source_index": 0, "source_time": "0–5 min", "seconds": 300, "is_owner": true, "function": "activity", "action": "Activar la diferencia entre salida correcta y salida comprensible.",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Diseño sin IDE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Todavía no abráis el IDE.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detectar al menos un mensaje vago;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proponer dos alternativas reales;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anticipar qué verá exactamente la persona usuaria;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revisar contexto, honestidad, espacios y signos;</a:t>
            </a:r>
          </a:p>
        </p:txBody>
      </p:sp>
      <p:sp>
        <p:nvSpPr>
          <p:cNvPr id="11" name="Acción o criterio 4" descr="Acción o criterio 4"/>
          <p:cNvSpPr txBox="1"/>
          <p:nvPr/>
        </p:nvSpPr>
        <p:spPr>
          <a:xfrm>
            <a:off x="640080" y="482346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elegir una alternativa y explicar por qué es más comprensible.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2, "recognition": false, "unit_ids": ["unit-15"], "roles": {"unit-15": "core"}, "source_refs": [{"source": "teacher", "heading": "Diseño sin IDE — PAREJAS", "block_index": 17, "fragment": 0}, {"source": "teacher", "heading": "Actividad central", "block_index": 16, "fragment": 0}], "visible_sources": [{"index": 3, "sha256": "7a7deb5431ebec600851c48b8ec9199cb9205d2d7fa5453fb89d0064db1c4944"}, {"index": 5, "sha256": "4192856ed7b144e027cafdf67e779041b323d382e752b9014ae5bc7f220a0e2a"}], "notes_sources": [{"function": "facilitation", "heading": "Diseño sin IDE — PAREJAS", "sha256": "13ab7c9065f3a7d1f23bae2030ad1170443b0637253c87ac5c5d22255f38d72c"}, {"function": "visible_detail", "heading": "Diseño sin IDE — PAREJAS", "sha256": "7a7deb5431ebec600851c48b8ec9199cb9205d2d7fa5453fb89d0064db1c4944"}, {"function": "facilitation", "heading": "Diseño sin IDE — PAREJAS", "sha256": "3252f2cf7e0983d9fac82b6f9cc94947730a58e6960dc1b7027c72ddf158dff3"}], "relations": {"unit_relations": {"unit-15": {"question_context": ["context", "question"]}}, "schedule": null, "source_supports_enriched": true}, "timeline_refs": [2], "composition": {"origin_slides": [11, 12]}, "timing": {"seconds": 480, "allocations": [{"source_index": 2, "seconds": 480, "decision": "Intervalo compartido íntegro; propietario contable seleccionado por función de actividad y referencia timeline de unidad (identidad semántica en empates). Propietario. ", "source_time": "13–21 min", "source_seconds": 480, "is_owner": true, "function": "activity"}], "clock_intervals": [2], "presenter_notes": "Reloj fuente 13–21 min: duración compartida 480 segundos. Trabajo: Diseñar por parejas, sin IDE, dos alternativas de saludo, propósito y mensaje final. Función del soporte: actividad.", "shared_intervals": [{"source_index": 2, "source_time": "13–21 min", "seconds": 480, "is_owner": true, "function": "activity", "action": "Diseñar por parejas, sin IDE, dos alternativas de saludo, propósito y mensaje final.",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Diseño sin IDE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abren directamente el IDE, vuelve a la pregunta: «¿Qué queréis que entienda la persona antes de decidir cómo escribirlo?».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2, "recognition": false, "unit_ids": ["unit-15"], "roles": {"unit-15": "core"}, "source_refs": [{"source": "teacher", "heading": "Diseño sin IDE — PAREJAS", "block_index": 17, "fragment": 0}, {"source": "teacher", "heading": "Actividad central", "block_index": 16, "fragment": 0}], "visible_sources": [{"index": 6, "sha256": "6f2fec6b69ba44a0b2f39be8a532d8ff925554d40f80eb29cc418fe503278aff"}], "notes_sources": [{"function": "facilitation", "heading": "Diseño sin IDE — PAREJAS", "sha256": "13ab7c9065f3a7d1f23bae2030ad1170443b0637253c87ac5c5d22255f38d72c"}, {"function": "visible_detail", "heading": "Diseño sin IDE — PAREJAS", "sha256": "7a7deb5431ebec600851c48b8ec9199cb9205d2d7fa5453fb89d0064db1c4944"}, {"function": "facilitation", "heading": "Diseño sin IDE — PAREJAS", "sha256": "3252f2cf7e0983d9fac82b6f9cc94947730a58e6960dc1b7027c72ddf158dff3"}], "relations": {"unit_relations": {"unit-15": {"question_context": ["context", "question"]}}, "schedule": null, "source_supports_enriched": true}, "timeline_refs": [2], "composition": {"origin_slides": [11, 12]},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"13–21 min", "source_seconds": 480, "is_owner": false, "function": "activity"}], "clock_intervals": [2], "presenter_notes": "Reloj fuente 13–21 min: duración compartida 480 segundos. Trabajo: Diseñar por parejas, sin IDE, dos alternativas de saludo, propósito y mensaje final. Función del soporte: actividad.", "shared_intervals": [{"source_index": 2, "source_time": "13–21 min", "seconds": 480, "is_owner": false, "function": "activity", "action": "Diseñar por parejas, sin IDE, dos alternativas de saludo, propósito y mensaje final.", "concurrent": false, "parallel_work": ""}]}, "code_blocks": [],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Literal textual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parte de esta instrucción ha escrito literalmente quien programa y qué aparecerá en la consola?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39623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texto entre comillas dobles es un literal textual.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["unit-9"], "roles": {"unit-9": "unknown"}, "source_refs": [{"source": "teacher", "heading": "Literal textual", "block_index": 11, "fragment": 0}, {"source": "teacher", "heading": "Literales y concatenación", "block_index": 10, "fragment": 0}], "visible_sources": [{"index": 0, "sha256": "8539d6ca5a212611e688dfdcd12bfd7ec5482e33dd88074990165ac4d03ba9d6"}, {"index": 1, "sha256": "9c55ad538f9004b239d085d7c51d97783a2633c7091d39d3e83c25b9cc86d4f9"}, {"index": 2, "sha256": "0dcaaa08cb94a56f01904459728916e28ba74ba1595d65f238dd3873288f2f61"}], "notes_sources": [{"function": "other", "heading": "Literal textual", "sha256": "df9acf2e0cc9e2f7147f4ae4b90b1e1f9eeda1377e5dbfd9739ecfa79384031d"}, {"function": "visible_detail", "heading": "Literal textual", "sha256": "0dcaaa08cb94a56f01904459728916e28ba74ba1595d65f238dd3873288f2f61"}], "relations": {"unit_relations": {"unit-9": {"question_context": ["context", "question"]}}, "schedule": null, "source_supports_enriched": true}, "timeline_refs": [3], "composition": {"origin_slides": [13]},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["System.out.println(\"Hola\");"],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Concatenación con un nombre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"Laura";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" + nombreUsuario);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260092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Hola, Laura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280949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literal fijo;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280949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dato variable;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400805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espacio después de la coma;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400805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salida completa.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["unit-10"], "roles": {"unit-10": "unknown"}, "source_refs": [{"source": "teacher", "heading": "Concatenación con un nombre", "block_index": 12, "fragment": 0}, {"source": "teacher", "heading": "Literales y concatenación", "block_index": 10, "fragment": 0}], "visible_sources": [{"index": 3, "sha256": "a859702cc5bcfa9f2fbe2b941c8a99804a2e1f8ca5d115dc0e07a9af0acf00b8"}, {"index": 5, "sha256": "f8fe4850e119b001e2ba42a7773d85e130e3cd683f003f0868dea96f6e4bdf79"}, {"index": 7, "sha256": "ba986ba2b57df6529126fd5a472e9be0089055697db0e39e1864712650e598cc"}], "notes_sources": [{"function": "facilitation", "heading": "Concatenación con un nombre", "sha256": "13b08d70dd51a2c82b32fb4b56c5b2f26f529e06ac92b7318e8c68b204fd2f2f"}, {"function": "facilitation", "heading": "Concatenación con un nombre", "sha256": "4450a07d93dd30269dd019701489a970cc4573e91e9753b869eaaa474a2737c7"}], "relations": {"unit_relations": {"unit-10": {}}, "schedule": null, "source_supports_enriched": true}, "timeline_refs": [3], "composition": {"origin_slides": [14]}, "timing": {"seconds": 360, "allocations": [{"source_index": 3, "seconds": 360, "decision": "Intervalo compartido íntegro; propietario contable seleccionado por función de actividad y referencia timeline de unidad (identidad semántica en empates). Propietario. ", "source_time": "21–27 min", "source_seconds": 360, "is_owner": true,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true, "function": "other", "action": "Predecir literales, concatenaciones, espacios, signos y el comportamiento contextual de +.", "concurrent": false, "parallel_work": ""}]}, "code_blocks": ["String nombreUsuario = \"Laura\";\nSystem.out.println(\"Hola, \" + nombreUsuario);"],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Concatenación con el nombre del asistente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"Laura";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nombreAsistente = "MiniJarvis";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" + nombreUsuario + ". Soy " + nombreAsistente + ".");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¿Dónde se introducen los espacios y los puntos? ¿Qué ocurriría si desapareciera el espacio después de la coma o antes de Soy?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27634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basta con que todos los datos aparezcan: la frase resultante debe poder leerse con naturalidad.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["unit-11"], "roles": {"unit-11": "unknown"}, "source_refs": [{"source": "teacher", "heading": "Concatenación con el nombre del asistente", "block_index": 13, "fragment": 0}, {"source": "teacher", "heading": "Literales y concatenación", "block_index": 10, "fragment": 0}], "visible_sources": [{"index": 8, "sha256": "06aea47cb6e588575919736486a411b78b2b22b5870ead8008a90a5325a1f4cb"}, {"index": 9, "sha256": "8abe2cd67874e9ec9bd31bf5cf271933e55f8f2088a9a91b90d8532d2c67d1b1"}, {"index": 10, "sha256": "b24cf1f6f6642cbee8458df489c200a81b54e43118abec9cc47c66ebd9b2811f"}], "notes_sources": [], "relations": {"unit_relations": {"unit-11": {"question_context": ["context", "question"]}}, "schedule": null, "source_supports_enriched": true}, "timeline_refs": [3], "composition": {"origin_slides": [15]},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["String nombreUsuario = \"Laura\";\nString nombreAsistente = \"MiniJarvis\";\nSystem.out.println(\"Hola, \" + nombreUsuario + \". Soy \" + nombreAsistente + \".\");"],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Concatenación con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System.out.println("Has estudiado " + horasEstudio + " horas.");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55346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texto permanece fijo, qué dato cambia y qué contexto permite interpretar el número?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["unit-12"], "roles": {"unit-12": "unknown"}, "source_refs": [{"source": "teacher", "heading": "Concatenación con un número", "block_index": 14, "fragment": 0}, {"source": "teacher", "heading": "Literales y concatenación", "block_index": 10, "fragment": 0}], "visible_sources": [{"index": 11, "sha256": "b6afa75ab88a0c997f8d4ad8506b5a735e9f2e7fc119ce0d1c2c2d3bd104f40b"}, {"index": 12, "sha256": "c36d752eba6c224f448ac972aaa4c1aa1348a0d6cc22be79743c06bbfe5576e0"}], "notes_sources": [], "relations": {"unit_relations": {"unit-12": {"question_context": ["context", "question"]}}, "schedule": null, "source_supports_enriched": true}, "timeline_refs": [3], "composition": {"origin_slides": [16]},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["int horasEstudio = 4;\nSystem.out.println(\"Has estudiado \" + horasEstudio + \" horas.\");"],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El significado contextual de +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System.out.println(2 + 3);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System.out.println("Resultado: " + 2 + 3);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260092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5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Resultado: 23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10286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En la primera línea, los operandos son números y + suma.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14121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desarrolles aquí una teoría extensa de precedencia.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5179568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operandos encuentra + en cada paso y cuándo el resultado empieza a ser texto?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"linked_prediction", "plan_index": 4, "recognition": false, "unit_ids": ["unit-13"], "roles": {"unit-13": "unknown"}, "source_refs": [{"source": "teacher", "heading": "El significado contextual de +", "block_index": 15, "fragment": 0}], "visible_sources": [{"index": 0, "sha256": "0b38c0510fa8e1da209350460d185a22a8b90154291170eaf45fe29fdd698499"}, {"index": 2, "sha256": "df873cffbaffec8f1d8ce6f739fef729d36032065c7eec22d6c0cf9f34df2385"}, {"index": 3, "sha256": "5acfbc5652610f74ef9b38238cbaf34c0ed848ee7e38bfa9fdca622634f23814"}, {"index": 4, "sha256": "41359e3ccf10e8ee1da5578ba8f1c28131bbcd74ad178443ffa256e4aa5d4060"}, {"index": 5, "sha256": "86b376d78f1b21e7706d7b7090efbf79aa7cd33010ea502066273d931ef2fe9e"}], "notes_sources": [{"function": "other", "heading": "El significado contextual de +", "sha256": "99d32dfd77cb19bcd88b04c0e0eedf922ac108359b3e5e9323d6a44ab6fb6b14"}, {"function": "other", "heading": "El significado contextual de +", "sha256": "df9acf2e0cc9e2f7147f4ae4b90b1e1f9eeda1377e5dbfd9739ecfa79384031d"}, {"function": "facilitation", "heading": "El significado contextual de +", "sha256": "06ded49ed1b2a8dc820be97b46fc9c7aaea09d2e635bd00830df123ee7250e86"}, {"function": "visible_detail", "heading": "El significado contextual de +", "sha256": "5acfbc5652610f74ef9b38238cbaf34c0ed848ee7e38bfa9fdca622634f23814"}, {"function": "visible_detail", "heading": "El significado contextual de +", "sha256": "41359e3ccf10e8ee1da5578ba8f1c28131bbcd74ad178443ffa256e4aa5d4060"}], "relations": {"unit_relations": {"unit-13": {"prediction_cycle": ["prediction", "execution", "contrast"], "question_context": ["context", "question"]}}, "schedule": null, "source_supports_enriched": true}, "timeline_refs": [3], "composition": {"origin_slides": [17, 18]},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["System.out.println(2 + 3);\nSystem.out.println(\"Resultado: \" + 2 + 3);"],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Decisión e implementación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 las propuestas de las parejas;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acuerda los mensajes del incremento;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 la alternativa elegida y el motivo;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implementa la opción seleccionada;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84098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 el programa;</a:t>
            </a:r>
          </a:p>
        </p:txBody>
      </p:sp>
      <p:sp>
        <p:nvSpPr>
          <p:cNvPr id="11" name="Acción o criterio 5" descr="Acción o criterio 5"/>
          <p:cNvSpPr txBox="1"/>
          <p:nvPr/>
        </p:nvSpPr>
        <p:spPr>
          <a:xfrm>
            <a:off x="6080760" y="384098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 literalmente la salida;</a:t>
            </a:r>
          </a:p>
        </p:txBody>
      </p:sp>
      <p:sp>
        <p:nvSpPr>
          <p:cNvPr id="12" name="Acción o criterio 6" descr="Acción o criterio 6"/>
          <p:cNvSpPr txBox="1"/>
          <p:nvPr/>
        </p:nvSpPr>
        <p:spPr>
          <a:xfrm>
            <a:off x="640080" y="4432300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mejora la formulación si aparecen uniones, espacios, signos o promesas problemáticas.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["unit-16"], "roles": {"unit-16": "core"}, "source_refs": [{"source": "teacher", "heading": "Decisión e implementación — EQUIPO", "block_index": 18, "fragment": 0}, {"source": "teacher", "heading": "Actividad central", "block_index": 16, "fragment": 0}], "visible_sources": [{"index": 1, "sha256": "b7fc27a798677f1d28e1d6af6a1905318043e6350e77537eca5966977826a39c"}], "notes_sources": [{"function": "facilitation", "heading": "Decisión e implementación — EQUIPO", "sha256": "17fe4438e4118b7e0ef48cd1a97b9417380f13dbbb3a837a5471dc407d6c7772"}, {"function": "visible_detail", "heading": "Decisión e implementación — EQUIPO", "sha256": "626ae9c4139df2ebe809798e130fb0fed919a1cb5b26d9a0919cb02575deb817"}], "relations": {"unit_relations": {"unit-16": {}}, "schedule": null, "source_supports_enriched": true}, "timeline_refs": [4], "composition": {"origin_slides": [19, 20]}, "timing": {"seconds": 540, "allocations": [{"source_index": 4, "seconds": 540, "decision": "Intervalo compartido íntegro; propietario contable seleccionado por función de actividad y referencia timeline de unidad (identidad semántica en empates). Propietario. ", "source_time": "27–36 min", "source_seconds": 540, "is_owner": true, "function": "activity"}], "clock_intervals": [4], "presenter_notes": "Reloj fuente 27–36 min: duración compartida 540 segundos. Trabajo: Comparar en equipo, elegir, justificar, implementar y ejecutar la propuesta. Función del soporte: actividad.", "shared_intervals": [{"source_index": 4, "source_time": "27–36 min", "seconds": 540, "is_owner": true, "function": "activity", "action": "Comparar en equipo, elegir, justificar, implementar y ejecutar la propuesta.",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Decisión e implementación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implementación debe incluir al menos un literal textual y una concatenación con un dato.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["unit-16"], "roles": {"unit-16": "core"}, "source_refs": [{"source": "teacher", "heading": "Decisión e implementación — EQUIPO", "block_index": 18, "fragment": 0}, {"source": "teacher", "heading": "Actividad central", "block_index": 16, "fragment": 0}], "visible_sources": [{"index": 2, "sha256": "626ae9c4139df2ebe809798e130fb0fed919a1cb5b26d9a0919cb02575deb817"}], "notes_sources": [{"function": "facilitation", "heading": "Decisión e implementación — EQUIPO", "sha256": "17fe4438e4118b7e0ef48cd1a97b9417380f13dbbb3a837a5471dc407d6c7772"}, {"function": "visible_detail", "heading": "Decisión e implementación — EQUIPO", "sha256": "626ae9c4139df2ebe809798e130fb0fed919a1cb5b26d9a0919cb02575deb817"}], "relations": {"unit_relations": {"unit-16": {}}, "schedule": null, "source_supports_enriched": true}, "timeline_refs": [4], "composition": {"origin_slides": [19, 20]},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"activity"}], "clock_intervals": [4], "presenter_notes": "Reloj fuente 27–36 min: duración compartida 540 segundos. Trabajo: Comparar en equipo, elegir, justificar, implementar y ejecutar la propuesta. Función del soporte: actividad.", "shared_intervals": [{"source_index": 4, "source_time": "27–36 min", "seconds": 540, "is_owner": false, "function": "activity", "action": "Comparar en equipo, elegir, justificar, implementar y ejecutar la propuesta.",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con los mensajes finalmente implementados y ejecutables.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alternativa elegida y motivo solo si constituye una decisión de diseño relevante para el trabajo posterior.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92023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únicamente si cambiar o defender una decisión produjo aprendizaje significativo.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92023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 / Moodle / Drive / Site: sin actualización o entrega específica en S209.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["unit-18"], "roles": {"unit-18": "core"}, "source_refs": [{"source": "teacher", "heading": "Evidencia que permanece", "block_index": 20, "fragment": 0}], "visible_sources": [{"index": 3, "sha256": "aff833ae6d8e84e76da258072c31fb2c7162337a079a9eade65cac95562a5361"}], "notes_sources": [{"function": "visible_detail", "heading": "Evidencia que permanece", "sha256": "b87972fd4174b9e851077a2092fee7e17628fa5c3f5ef6e9c3933f7f3251ef6d"}], "relations": {"unit_relations": {"unit-18": {}}, "schedule": null, "source_supports_enriched": true}, "timeline_refs": [4], "composition": {"origin_slides": [21, 22]},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"evidence"}], "clock_intervals": [4], "presenter_notes": "Reloj fuente 27–36 min: duración compartida 540 segundos. Trabajo: Comparar en equipo, elegir, justificar, implementar y ejecutar la propuesta. Función del soporte: apoyo al trabajo.", "shared_intervals": [{"source_index": 4, "source_time": "27–36 min", "seconds": 540, "is_owner": false, "function": "evidence", "action": "Comparar en equipo, elegir, justificar, implementar y ejecutar la propuesta.",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 captura, documento paralelo, ficha de validación ni microentrega.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["unit-18"], "roles": {"unit-18": "core"}, "source_refs": [{"source": "teacher", "heading": "Evidencia que permanece", "block_index": 20, "fragment": 0}], "visible_sources": [{"index": 4, "sha256": "b87972fd4174b9e851077a2092fee7e17628fa5c3f5ef6e9c3933f7f3251ef6d"}], "notes_sources": [{"function": "visible_detail", "heading": "Evidencia que permanece", "sha256": "b87972fd4174b9e851077a2092fee7e17628fa5c3f5ef6e9c3933f7f3251ef6d"}], "relations": {"unit_relations": {"unit-18": {}}, "schedule": null, "source_supports_enriched": true}, "timeline_refs": [4], "composition": {"origin_slides": [21, 22]},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"evidence"}], "clock_intervals": [4], "presenter_notes": "Reloj fuente 27–36 min: duración compartida 540 segundos. Trabajo: Comparar en equipo, elegir, justificar, implementar y ejecutar la propuesta. Función del soporte: apoyo al trabajo.", "shared_intervals": [{"source_index": 4, "source_time": "27–36 min", "seconds": 540, "is_owner": false, "function": "evidence", "action": "Comparar en equipo, elegir, justificar, implementar y ejecutar la propuesta.",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["unit-24"], "roles": {"unit-24": "core"}, "source_refs": [{"source": "student_fallback", "heading": "Seguridad y uso de IA", "block_index": null, "fragment": 0}], "visible_sources": [{"index": 5, "sha256": "61337aa7d62b810fc872b64ccf50a7b9620d423d2be91b3dfff6d304f2bec734"}], "notes_sources": [], "relations": {"unit_relations": {"unit-24": {}}, "schedule": null, "source_supports_enriched": true}, "timeline_refs": [4], "composition": {"origin_slides": [23]},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"security"}], "clock_intervals": [4], "presenter_notes": "Reloj fuente 27–36 min: duración compartida 540 segundos. Trabajo: Comparar en equipo, elegir, justificar, implementar y ejecutar la propuesta. Función del soporte: apoyo al trabajo.", "shared_intervals": [{"source_index": 4, "source_time": "27–36 min", "seconds": 540, "is_owner": false, "function": "security", "action": "Comparar en equipo, elegir, justificar, implementar y ejecutar la propuesta.",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Validación con otra persona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Pide a una persona de otra pareja o equipo que lea únicamente la consola, sin mirar el código ni recibir una explicación previa.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8468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pide el programa;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8468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significa el resultado;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4381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hace MiniJarvis en esta versión;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4381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mensaje necesita más contexto.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364736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equipo escucha, contrasta la interpretación con su intención y revisa el texto cuando sea necesario.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"concept", "plan_index": 6, "recognition": false, "unit_ids": ["unit-17"], "roles": {"unit-17": "core"}, "source_refs": [{"source": "teacher", "heading": "Validación con otra persona", "block_index": 19, "fragment": 0}], "visible_sources": [{"index": 0, "sha256": "572f757446ffb30895668fc423de4a06b39d5a633ead442f217724df5fb8c546"}, {"index": 2, "sha256": "b545ea121a0df0dfee983ef5e6a8f3c346b3337f1ee9ece5e1f5e8c20982b7be"}, {"index": 3, "sha256": "ed727ff2b4f2f5ea2f05acf765a2e7f0b7459694576f92566950492514d74654"}], "notes_sources": [{"function": "facilitation", "heading": "Validación con otra persona", "sha256": "b20c283424df9cac796a2c6b449a32cf58a88243b845eeda100112b1db652a27"}, {"function": "visible_detail", "heading": "Validación con otra persona", "sha256": "ed727ff2b4f2f5ea2f05acf765a2e7f0b7459694576f92566950492514d74654"}], "relations": {"unit_relations": {"unit-17": {}}, "schedule": null, "source_supports_enriched": true}, "timeline_refs": [5], "composition": {"origin_slides": [24]}, "timing": {"seconds": 300, "allocations": [{"source_index": 5, "seconds": 300, "decision": "Intervalo compartido íntegro; propietario contable seleccionado por función de actividad y referencia timeline de unidad (identidad semántica en empates). Propietario. ", "source_time": "36–41 min", "source_seconds": 300, "is_owner": true, "function": "concept"}], "clock_intervals": [5], "presenter_notes": "Reloj fuente 36–41 min: duración compartida 300 segundos. Trabajo: Pedir a otra persona que lea solo la consola y explique qué entiende. Función del soporte: explicación.", "shared_intervals": [{"source_index": 5, "source_time": "36–41 min", "seconds": 300, "is_owner": true, "function": "concept", "action": "Pedir a otra persona que lea solo la consola y explique qué entiende.",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y cierre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S209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Hoy hemos ideado antes de programar.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064512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verá exactamente la persona usuaria, por qué el mensaje final es mejor que la alternativa descartada y qué cambiasteis después de ejecutar o de escuchar a otra persona?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"closure", "plan_index": 7, "recognition": false, "unit_ids": ["unit-21", "unit-23"], "roles": {"unit-21": "core", "unit-23": "core"}, "source_refs": [{"source": "teacher", "heading": "Comprobación y cierre", "block_index": 23, "fragment": 0}, {"source": "teacher", "heading": "Al terminar", "block_index": 25, "fragment": 0}], "visible_sources": [{"index": 1, "sha256": "ae149a954e0879930b73f0da1801e3be5b10c074529cd964aa7262c6aef2fc89"}, {"index": 2, "sha256": "e64a6fe9e66353ee91890448dd25d2c5d669e8fab3fb45db17afe8959da0e353"}], "notes_sources": [{"function": "closure", "heading": "Comprobación y cierre", "sha256": "7babe928ebb0afbe4e3b798e3b2cb53733c19b56ec6a2d6b80ccb92950e2b697"}, {"function": "continuity", "heading": "Al terminar", "sha256": "87f6e2a7d85bda42e3427e7b6ce70b4f5f26d4fabc346c3be1d46a8302ce2c75"}, {"function": "facilitation", "heading": "Comprobación y cierre", "sha256": "5ac270c14daf9145b5fa6b3260aaee7fce13571ee2fba5f4f556b6f5b86f5a90"}, {"function": "visible_detail", "heading": "Comprobación y cierre", "sha256": "ae149a954e0879930b73f0da1801e3be5b10c074529cd964aa7262c6aef2fc89"}, {"function": "closure", "heading": "Comprobación y cierre", "sha256": "e64a6fe9e66353ee91890448dd25d2c5d669e8fab3fb45db17afe8959da0e353"}, {"function": "closure", "heading": "Comprobación y cierre", "sha256": "e64a6fe9e66353ee91890448dd25d2c5d669e8fab3fb45db17afe8959da0e353"}], "relations": {"unit_relations": {"unit-21": {"question_context": ["context", "question"]}}, "schedule": null, "source_supports_enriched": true}, "timeline_refs": [6], "composition": {"origin_slides": [25]}, "timing": {"seconds": 240, "allocations": [{"source_index": 6, "seconds": 240, "decision": "Intervalo compartido íntegro; propietario contable seleccionado por función de actividad y referencia timeline de unidad (identidad semántica en empates). Propietario. ", "source_time": "41–45 min", "source_seconds": 240, "is_owner": true, "function": "closure"}], "clock_intervals": [6], "presenter_notes": "Reloj fuente 41–45 min: duración compartida 240 segundos. Trabajo: Revisar mensajes, comprobar la salida y cerrar con la decisión final. Función del soporte: cierre.", "shared_intervals": [{"source_index": 6, "source_time": "41–45 min", "seconds": 240, "is_owner": true, "function": "closure", "action": "Revisar mensajes, comprobar la salida y cerrar con la decisión final.",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