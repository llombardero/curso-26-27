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Variables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Guardar datos en variables.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con variable usada correctamente.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variable guarda un dato que puede usarse varias veces.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Cambia el valor de userName y muestra cómo afecta a varios mensajes.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variable userName con un valor fijo y usarla en varios mensajes.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cambia si modifico el valor de la variable?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Tipo, nombre, valor y uso de una variable String.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Cambia el valor de userName y muestra cómo afecta a varios mensajes.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y usar userName.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con variable usada correctamente.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cambia si modifico el valor de la variable?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