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1 de 9: Variables: guardar datos con nombre y tipo</a:t>
            </a:r>
          </a:p>
          <a:p>
            <a:r>
              <a:t>Fase HEXA: Planificar — organizar el trabajo</a:t>
            </a:r>
          </a:p>
          <a:p>
            <a:r>
              <a:t>Presenta el producto y anticipa la evidencia: Quede evidencia individual.</a:t>
            </a:r>
          </a:p>
          <a:p>
            <a:r>
              <a:t>Secuencia docente:</a:t>
            </a:r>
          </a:p>
          <a:p>
            <a:r>
              <a:t>- 00:00–00:05 / D1: PLANIFICAR: Provoca la necesidad de almacenar datos.</a:t>
            </a:r>
          </a:p>
          <a:p>
            <a:r>
              <a:t>- 00:05–00:11 / D2: PÍLDORA DOCENTE 1/4: Usa la metáfora de casilla etiquetada y conecta con RAM de Tema 1 sin profundizar en binario.</a:t>
            </a:r>
          </a:p>
          <a:p>
            <a:r>
              <a:t>- 00:11–00:18 / D3: PÍLDORA DOCENTE 2/4: Presenta el mapa completo; para uso inmediato céntrate en int, double, boolean, char y String.</a:t>
            </a:r>
          </a:p>
          <a:p>
            <a:r>
              <a:t>- 00:18–00:23 / D4: MICROPRÁCTICA: Pide respuesta y razón, no solo el nombre del tipo.</a:t>
            </a:r>
          </a:p>
          <a:p>
            <a:r>
              <a:t>- 00:23–00:28 / D5: PÍLDORA DOCENTE 3/4: Conecta con identificadores de S208 y legibilidad.</a:t>
            </a:r>
          </a:p>
          <a:p>
            <a:r>
              <a:t>- 00:28–00:33 / D6: PÍLDORA DOCENTE 4/4: Explica que el tipo se escribe al declarar, no cada vez que cambia el valor. Diferencia = de igualdad matemática.</a:t>
            </a:r>
          </a:p>
          <a:p>
            <a:r>
              <a:t>- 00:33–00:36 / D7: PLANIFICACIÓN: Modela una fila y detente.</a:t>
            </a:r>
          </a:p>
          <a:p>
            <a:r>
              <a:t>- 00:36–00:42 / D8: ACTIVIDAD: Circula y pregunta qué línea prueba el cambio.</a:t>
            </a:r>
          </a:p>
          <a:p>
            <a:r>
              <a:t>- 00:42–00:45 / D9: CIERRE: Pregunta sobre su propio código.</a:t>
            </a:r>
          </a:p>
          <a:p>
            <a:r>
              <a:t>Claves docentes:</a:t>
            </a:r>
          </a:p>
          <a:p>
            <a:r>
              <a:t>- PÍLDORA DOCENTE 1/4: Usa la metáfora de casilla etiquetada y conecta con RAM de Tema 1 sin profundizar en binario, PÍLDORA DOCENTE 2/4: Presenta el mapa completo; para uso inmediato céntrate en int, double, boolean, char y String, PÍLDORA DOCENTE 3/4: Conecta con identificadores de S208 y legibilidad.</a:t>
            </a:r>
          </a:p>
          <a:p>
            <a:r>
              <a:t>- PÍLDORA DOCENTE 4/4: Explica que el tipo se escribe al declarar, no cada vez que cambia el valor. Diferencia = de igualdad matemática.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2 de 9: Qué debe conseguirse</a:t>
            </a:r>
          </a:p>
          <a:p>
            <a:r>
              <a:t>Fase HEXA: Planificar — organizar el trabajo</a:t>
            </a:r>
          </a:p>
          <a:p>
            <a:r>
              <a:t>- Objetivo: Planificar datos y comprender variable, tipo, nombre, declaración, inicialización y asignación.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3 de 9: Ejemplo o demostración · 1</a:t>
            </a:r>
          </a:p>
          <a:p>
            <a:r>
              <a:t>Fase HEXA: Planificar — organizar el trabajo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Un dato repetido, un problema — Si el curso aparece en tres mensajes y después cambia el año, ¿cuántos sitios tendrías que modificar?</a:t>
            </a:r>
          </a:p>
          <a:p>
            <a:r>
              <a:t>- D2 · Variable = dato + nombre + memoria — IDEA: Una variable es una zona de memoria con un nombre que guarda un dato. \| EJEMPLO: int studyHours = 4;</a:t>
            </a:r>
          </a:p>
          <a:p>
            <a:r>
              <a:t>- String userName = "Laura";</a:t>
            </a:r>
          </a:p>
          <a:p>
            <a:r>
              <a:t>- D3 · Mapa de tipos que aparecen en Tema 1 — ENTEROS: byte / short / int / long \| DECIMALES: float / double \| OTROS: char / boolean / String</a:t>
            </a:r>
          </a:p>
          <a:p>
            <a:r>
              <a:t>- D4 · Elige el tipo adecuado — Nombre de usuario → ?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4 de 9: Ejemplo o demostración · 2</a:t>
            </a:r>
          </a:p>
          <a:p>
            <a:r>
              <a:t>Fase HEXA: Planificar — organizar el trabajo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Horas de estudio → ?</a:t>
            </a:r>
          </a:p>
          <a:p>
            <a:r>
              <a:t>- Nota media → ?</a:t>
            </a:r>
          </a:p>
          <a:p>
            <a:r>
              <a:t>- Objetivo alcanzado → ?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5 de 9: Actividad central · 1</a:t>
            </a:r>
          </a:p>
          <a:p>
            <a:r>
              <a:t>Fase HEXA: Planificar — organizar el trabajo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6 de 9: Actividad central · 2</a:t>
            </a:r>
          </a:p>
          <a:p>
            <a:r>
              <a:t>Fase HEXA: Planificar — organizar el trabajo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7 de 9: Evidencia y comprobación</a:t>
            </a:r>
          </a:p>
          <a:p>
            <a:r>
              <a:t>Fase HEXA: Planificar — organizar el trabajo</a:t>
            </a:r>
          </a:p>
          <a:p>
            <a:r>
              <a:t>Comprueba la evidencia en su fuente canónica: Quede evidencia individual.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8 de 9: Seguridad y uso responsable</a:t>
            </a:r>
          </a:p>
          <a:p>
            <a:r>
              <a:t>Fase HEXA: Planificar — organizar el trabajo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9 de 9: Cierre y defensa</a:t>
            </a:r>
          </a:p>
          <a:p>
            <a:r>
              <a:t>Fase HEXA: Planificar — organizar el trabajo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Variables: guardar datos con nombre y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Planificar — organizar el trabajo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Planificar datos y comprender variable, tipo, nombre, declaración, inicialización y asignación.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 D1 · Un dato repetido, un problema — Si el curso aparece en tres mensajes y después cambia el año, ¿cuántos sitios tendrías que modificar?</a:t>
            </a:r>
          </a:p>
          <a:p>
            <a:pPr>
              <a:spcAft>
                <a:spcPts val="9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 D2 · Variable = dato + nombre + memoria — IDEA: Una variable es una zona de memoria con un nombre que guarda un dato. \| EJEMPLO: int studyHours = 4;</a:t>
            </a:r>
          </a:p>
          <a:p>
            <a:pPr>
              <a:spcAft>
                <a:spcPts val="9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 String userName = "Laura";</a:t>
            </a:r>
          </a:p>
          <a:p>
            <a:pPr>
              <a:spcAft>
                <a:spcPts val="9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 D3 · Mapa de tipos que aparecen en Tema 1 — ENTEROS: byte / short / int / long \| DECIMALES: float / double \| OTROS: char / boolean / String</a:t>
            </a:r>
          </a:p>
          <a:p>
            <a:pPr>
              <a:spcAft>
                <a:spcPts val="9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 D4 · Elige el tipo adecuado — Nombre de usuario →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Horas de estudio → ?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Nota media → ?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Objetivo alcanzado →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