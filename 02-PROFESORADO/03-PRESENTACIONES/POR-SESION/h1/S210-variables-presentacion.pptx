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1 de 9: Variables: guardar datos con nombre y tipo</a:t>
            </a:r>
          </a:p>
          <a:p>
            <a:r>
              <a:t>Fase HEXA: Planificar — organizar el trabajo</a:t>
            </a:r>
          </a:p>
          <a:p>
            <a:r>
              <a:t>Presenta el producto y anticipa la evidencia: Quede evidencia individual.</a:t>
            </a:r>
          </a:p>
          <a:p>
            <a:r>
              <a:t>Secuencia docente:</a:t>
            </a:r>
          </a:p>
          <a:p>
            <a:r>
              <a:t>- 00:00–00:05 / D1: PLANIFICAR: Provoca la necesidad de almacenar datos.</a:t>
            </a:r>
          </a:p>
          <a:p>
            <a:r>
              <a:t>- 00:05–00:11 / D2: PÍLDORA DOCENTE 1/4: Usa la metáfora de casilla etiquetada y conecta con RAM de Tema 1 sin profundizar en binario.</a:t>
            </a:r>
          </a:p>
          <a:p>
            <a:r>
              <a:t>- 00:11–00:18 / D3: PÍLDORA DOCENTE 2/4: Presenta el mapa completo; para uso inmediato céntrate en int, double, boolean, char y String.</a:t>
            </a:r>
          </a:p>
          <a:p>
            <a:r>
              <a:t>- 00:18–00:23 / D4: MICROPRÁCTICA: Pide respuesta y razón, no solo el nombre del tipo.</a:t>
            </a:r>
          </a:p>
          <a:p>
            <a:r>
              <a:t>- 00:23–00:28 / D5: PÍLDORA DOCENTE 3/4: Conecta con identificadores de S208 y legibilidad.</a:t>
            </a:r>
          </a:p>
          <a:p>
            <a:r>
              <a:t>- 00:28–00:33 / D6: PÍLDORA DOCENTE 4/4: Explica que el tipo se escribe al declarar, no cada vez que cambia el valor. Diferencia = de igualdad matemática.</a:t>
            </a:r>
          </a:p>
          <a:p>
            <a:r>
              <a:t>- 00:33–00:36 / D7: PLANIFICACIÓN: Modela una fila y detente.</a:t>
            </a:r>
          </a:p>
          <a:p>
            <a:r>
              <a:t>- 00:36–00:42 / D8: ACTIVIDAD: Circula y pregunta qué línea prueba el cambio.</a:t>
            </a:r>
          </a:p>
          <a:p>
            <a:r>
              <a:t>- 00:42–00:45 / D9: CIERRE: Pregunta sobre su propio código.</a:t>
            </a:r>
          </a:p>
          <a:p>
            <a:r>
              <a:t>Claves docentes:</a:t>
            </a:r>
          </a:p>
          <a:p>
            <a:r>
              <a:t>- PÍLDORA DOCENTE 1/4: Usa la metáfora de casilla etiquetada y conecta con RAM de Tema 1 sin profundizar en binario, PÍLDORA DOCENTE 2/4: Presenta el mapa completo; para uso inmediato céntrate en int, double, boolean, char y String, PÍLDORA DOCENTE 3/4: Conecta con identificadores de S208 y legibilidad.</a:t>
            </a:r>
          </a:p>
          <a:p>
            <a:r>
              <a:t>- PÍLDORA DOCENTE 4/4: Explica que el tipo se escribe al declarar, no cada vez que cambia el valor. Diferencia = de igualdad matemática.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2 de 9: Qué aprenderás y cómo lo demostrarás</a:t>
            </a:r>
          </a:p>
          <a:p>
            <a:r>
              <a:t>Fase HEXA: Planificar — organizar el trabajo</a:t>
            </a:r>
          </a:p>
          <a:p>
            <a:r>
              <a:t>- Objetivo: Planificar datos y comprender variable, tipo, nombre, declaración, inicialización y asignación.</a:t>
            </a:r>
          </a:p>
          <a:p>
            <a:r>
              <a:t>- Comprobación: Quede evidencia individual.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3 de 9: Variable = tipo + nombre + valor</a:t>
            </a:r>
          </a:p>
          <a:p>
            <a:r>
              <a:t>Fase HEXA: Planificar — organizar el trabajo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int · números enteros</a:t>
            </a:r>
          </a:p>
          <a:p>
            <a:r>
              <a:t>- double · números con decimales</a:t>
            </a:r>
          </a:p>
          <a:p>
            <a:r>
              <a:t>- boolean · true o false</a:t>
            </a:r>
          </a:p>
          <a:p>
            <a:r>
              <a:t>- char · un carácter con comillas simples</a:t>
            </a:r>
          </a:p>
          <a:p>
            <a:r>
              <a:t>- String · texto con comillas dobles</a:t>
            </a:r>
          </a:p>
          <a:p>
            <a:r>
              <a:t>- Elige el tipo por los valores y operaciones que necesitarás.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4 de 9: Declarar, inicializar y asignar</a:t>
            </a:r>
          </a:p>
          <a:p>
            <a:r>
              <a:t>Fase HEXA: Planificar — organizar el trabajo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int studyHours;       // declaración</a:t>
            </a:r>
          </a:p>
          <a:p>
            <a:r>
              <a:t>studyHours = 4;       // inicialización</a:t>
            </a:r>
          </a:p>
          <a:p>
            <a:r>
              <a:t>studyHours = 5;       // nueva asignación</a:t>
            </a:r>
          </a:p>
          <a:p>
            <a:r>
              <a:t>System.out.println(studyHours);</a:t>
            </a:r>
          </a:p>
          <a:p>
            <a:r>
              <a:t>- Salida esperada: 5</a:t>
            </a:r>
          </a:p>
          <a:p>
            <a:r>
              <a:t>- No se repite int al cambiar el valor: la variable ya existe.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5 de 9: Un nombre válido no siempre es bueno</a:t>
            </a:r>
          </a:p>
          <a:p>
            <a:r>
              <a:t>Fase HEXA: Planificar — organizar el trabajo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VAGO · String x = "Laura";</a:t>
            </a:r>
          </a:p>
          <a:p>
            <a:r>
              <a:t>int n = 4;</a:t>
            </a:r>
          </a:p>
          <a:p>
            <a:r>
              <a:t>- CLARO · String userName = "Laura";</a:t>
            </a:r>
          </a:p>
          <a:p>
            <a:r>
              <a:t>int studyHours = 4;</a:t>
            </a:r>
          </a:p>
          <a:p>
            <a:r>
              <a:t>- Usa lowerCamelCase y evita espacios, palabras reservadas y nombres que empiezan por número.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6 de 9: Planifica los datos de MiniJarvis</a:t>
            </a:r>
          </a:p>
          <a:p>
            <a:r>
              <a:t>Fase HEXA: Planificar — organizar el trabajo</a:t>
            </a:r>
          </a:p>
          <a:p>
            <a:r>
              <a:t>Entrega la consigna, observa decisiones y pide una prueba reproducible.</a:t>
            </a:r>
          </a:p>
          <a:p>
            <a:r>
              <a:t>- Anota dato, tipo, nombre, si cambia y dónde se usa.</a:t>
            </a:r>
          </a:p>
          <a:p>
            <a:r>
              <a:t>- Implementa al menos dos variables del plan.</a:t>
            </a:r>
          </a:p>
          <a:p>
            <a:r>
              <a:t>- Muestra una, cambia su valor y vuelve a mostrarla.</a:t>
            </a:r>
          </a:p>
          <a:p>
            <a:r>
              <a:t>- Comprueba que no has creado variables sin uso.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7 de 9: Microdefensa de una variable</a:t>
            </a:r>
          </a:p>
          <a:p>
            <a:r>
              <a:t>Fase HEXA: Planificar — organizar el trabajo</a:t>
            </a:r>
          </a:p>
          <a:p>
            <a:r>
              <a:t>Comprueba la evidencia en su fuente canónica: Quede evidencia individual.</a:t>
            </a:r>
          </a:p>
          <a:p>
            <a:r>
              <a:t>- Puedo señalar tipo, nombre y valor inicial.</a:t>
            </a:r>
          </a:p>
          <a:p>
            <a:r>
              <a:t>- Distingo declaración, inicialización y asignación posterior.</a:t>
            </a:r>
          </a:p>
          <a:p>
            <a:r>
              <a:t>- La salida demuestra el valor antes o después del cambio.</a:t>
            </a:r>
          </a:p>
          <a:p>
            <a:r>
              <a:t>- El nombre elegido explica el dato que guarda.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8 de 9: Comprobación final</a:t>
            </a:r>
          </a:p>
          <a:p>
            <a:r>
              <a:t>Fase HEXA: Planificar — organizar el trabajo</a:t>
            </a:r>
          </a:p>
          <a:p>
            <a:r>
              <a:t>Cierra con explicación individual, prueba observable y siguiente paso concreto.</a:t>
            </a:r>
          </a:p>
          <a:p>
            <a:r>
              <a:t>- Explica por qué studyHours = studyHours + 1 no es una igualdad matemática.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Planificar datos y comprender variable, tipo, nombre, declaración, inicialización y asignación.</a:t>
            </a:r>
          </a:p>
          <a:p>
            <a:r>
              <a:t>Diapositiva 9 de 9: Fuentes utilizadas</a:t>
            </a:r>
          </a:p>
          <a:p>
            <a:r>
              <a:t>Fase HEXA: Planificar — organizar el trabajo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 02 · Tema 1: variables y tipos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/mnt/compartido/Programación-26-27/Minijarvis/02-PROFESORADO/02-SESIONES/h1/S210-variables-docente.md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Variables: guardar datos con nombre y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Planificar datos y comprender variable, tipo, nombre, declaración, inicialización y asignación.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evidencia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Variable = tipo + nombre + valor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int · números enteros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double · números con decimales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boolean · true o false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char · un carácter con comillas simples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String · texto con comillas dobles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Elige el tipo por los valores y operaciones que necesitarás.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Declarar, inicializar y asignar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800">
                <a:solidFill>
                  <a:srgbClr val="FFFFFF"/>
                </a:solidFill>
                <a:latin typeface="Liberation Mono"/>
              </a:defRPr>
            </a:pPr>
            <a:r>
              <a:t>int studyHours;       // declaración</a:t>
            </a:r>
            <a:br/>
            <a:r>
              <a:t>studyHours = 4;       // inicialización</a:t>
            </a:r>
            <a:br/>
            <a:r>
              <a:t>studyHours = 5;       // nueva asignación</a:t>
            </a:r>
            <a:br/>
            <a:r>
              <a:t>System.out.println(studyHours);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Salida esperada: 5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se repite int al cambiar el valor: la variable ya existe.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 nombre válido no siempre es bueno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VAGO · String x = "Laura";</a:t>
            </a:r>
            <a:br/>
            <a:r>
              <a:t>int n = 4;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CLARO · String userName = "Laura";</a:t>
            </a:r>
            <a:br/>
            <a:r>
              <a:t>int studyHours = 4;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Usa lowerCamelCase y evita espacios, palabras reservadas y nombres que empiezan por número.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Planifica los datos de MiniJarvis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Anota dato, tipo, nombre, si cambia y dónde se usa.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 al menos dos variables del plan.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Muestra una, cambia su valor y vuelve a mostrarla.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que no has creado variables sin uso.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Microdefensa de una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tipo, nombre y valor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declaración, inicialización y asignación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salida demuestra el valor antes o después del cambio.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nombre elegido explica el dato que guarda.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Explica por qué studyHours = studyHours + 1 no es una igualdad matemática.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 02 · Tema 1: variables y tipos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