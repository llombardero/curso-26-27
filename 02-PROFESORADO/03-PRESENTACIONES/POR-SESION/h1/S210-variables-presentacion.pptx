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66928"/>
            <a:ext cx="1874519" cy="566928"/>
          </a:xfrm>
          <a:prstGeom prst="roundRect">
            <a:avLst/>
          </a:prstGeom>
          <a:solidFill>
            <a:srgbClr val="2F5BA8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719072" cy="228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81328"/>
            <a:ext cx="10789920" cy="16916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Variables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703320"/>
            <a:ext cx="1042416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H1 ·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15968"/>
            <a:ext cx="10241280" cy="5029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Aptos"/>
              </a:defRPr>
            </a:pPr>
            <a:r>
              <a:t>Fase HEXA: Planificar — organizar el trabajo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6272784"/>
            <a:ext cx="10607040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 + ENTORNOS DE DESARROLLO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debe conseguirse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210 · H1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Objetivo: Guardar datos en variables.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Evidencia: Código con variable usada correctamente.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RITMO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Secuencia de aula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210 · H1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280160"/>
            <a:ext cx="475488" cy="475488"/>
          </a:xfrm>
          <a:prstGeom prst="ellipse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807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2618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0–5 min — Presentar objetivo, producto y evidencia de hoy.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2125979"/>
            <a:ext cx="475488" cy="475488"/>
          </a:xfrm>
          <a:prstGeom prst="ellipse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22656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210769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5–13 min — Explicación breve: Una variable guarda un dato que puede usarse varias veces.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971799"/>
            <a:ext cx="475488" cy="475488"/>
          </a:xfrm>
          <a:prstGeom prst="ellipse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07238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95351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13–18 min — Demostración o ejemplo: Cambia el valor de userName y muestra cómo afecta a varios mensajes.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3817620"/>
            <a:ext cx="475488" cy="475488"/>
          </a:xfrm>
          <a:prstGeom prst="ellipse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91820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379933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18–35 min — Trabajo del alumnado: Crear variable userName con un valor fijo y usarla en varios mensajes.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" y="4663440"/>
            <a:ext cx="475488" cy="475488"/>
          </a:xfrm>
          <a:prstGeom prst="ellipse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76402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464515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35–40 min — Comprobar la evidencia con una explicación o prueba breve.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" y="5509259"/>
            <a:ext cx="475488" cy="475488"/>
          </a:xfrm>
          <a:prstGeom prst="ellipse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56098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9888" y="54909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40–45 min — Cierre: ¿qué cambia si modifico el valor de la variable?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COMPRENDER Y TRANSFERIR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Idea clave y puesta en práctica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210 · H1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25880"/>
            <a:ext cx="5285232" cy="473659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627632"/>
            <a:ext cx="201168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2F5BA8"/>
                </a:solidFill>
                <a:latin typeface="Aptos"/>
              </a:defRPr>
            </a:pPr>
            <a:r>
              <a:t>IDEA CLAVE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1C2330"/>
                </a:solidFill>
                <a:latin typeface="Aptos"/>
              </a:defRPr>
            </a:pPr>
            <a:r>
              <a:t>•  Tipo, nombre, valor y uso de una variable String.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325880"/>
            <a:ext cx="5394960" cy="4736592"/>
          </a:xfrm>
          <a:prstGeom prst="round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627632"/>
            <a:ext cx="219456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2F5BA8"/>
                </a:solidFill>
                <a:latin typeface="Aptos"/>
              </a:defRPr>
            </a:pPr>
            <a:r>
              <a:t>EN PRÁCTICA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FFFFFF"/>
                </a:solidFill>
                <a:latin typeface="Aptos"/>
              </a:defRPr>
            </a:pPr>
            <a:r>
              <a:t>•  Cambia el valor de userName y muestra cómo afecta a varios mensajes.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210 · H1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2F5BA8"/>
                </a:solidFill>
                <a:latin typeface="Aptos"/>
              </a:defRPr>
            </a:pPr>
            <a:r>
              <a:t>PASO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Crear y usar userName.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77647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392277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2F5BA8"/>
                </a:solidFill>
                <a:latin typeface="Aptos"/>
              </a:defRPr>
            </a:pPr>
            <a:r>
              <a:t>PASO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3886200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y registra la evidencia: Código con variable usada correctamente.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COMPROBAR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Evidencia y comprobación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210 · H1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280160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He producido o actualizado: Código con variable usada correctamente.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9514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76856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Puedo señalar dónde está.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291839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273551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Puedo explicar una decisión tomada.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288536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270248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Puedo mostrar una prueba o comprobación.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5285231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5266944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He registrado mi aportación individual si el trabajo era de equipo.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LÍMITES QUE PROTEGEN EL APRENDIZAJE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Seguridad y uso responsable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210 · H1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8" y="1527048"/>
            <a:ext cx="237744" cy="1719072"/>
          </a:xfrm>
          <a:prstGeom prst="roundRect">
            <a:avLst/>
          </a:prstGeom>
          <a:solidFill>
            <a:srgbClr val="247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Trabaja únicamente con datos ficticios.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79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45936" y="1527048"/>
            <a:ext cx="237744" cy="1719072"/>
          </a:xfrm>
          <a:prstGeom prst="roundRect">
            <a:avLst/>
          </a:prstGeom>
          <a:solidFill>
            <a:srgbClr val="C07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84847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escribas contraseñas, tokens, claves API ni datos personales.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41248" y="3904487"/>
            <a:ext cx="237744" cy="1719072"/>
          </a:xfrm>
          <a:prstGeom prst="roundRect">
            <a:avLst/>
          </a:prstGeom>
          <a:solidFill>
            <a:srgbClr val="B1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0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Si utilizas IA en un uso permitido, registra qué pediste, qué recibiste, qué cambiaste y cómo lo comprobaste.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79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45936" y="3904487"/>
            <a:ext cx="237744" cy="1719072"/>
          </a:xfrm>
          <a:prstGeom prst="round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4847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Los ejemplos de Laura solo se consultan después del intento propio.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EXPLICAR Y DEFENDER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y defensa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210 · H1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828800"/>
          </a:xfrm>
          <a:prstGeom prst="roundRect">
            <a:avLst/>
          </a:prstGeom>
          <a:solidFill>
            <a:srgbClr val="2F5BA8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591056"/>
            <a:ext cx="1024128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tos"/>
              </a:defRPr>
            </a:pPr>
            <a:r>
              <a:t>PREGUNTA O DECISIÓN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75104"/>
            <a:ext cx="10058400" cy="8229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Aptos"/>
              </a:defRPr>
            </a:pPr>
            <a:r>
              <a:t>¿qué cambia si modifico el valor de la variable?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886200"/>
            <a:ext cx="10607040" cy="128016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23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 defenderse.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