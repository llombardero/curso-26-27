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2F5BA8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Estructura mínima de un programa Java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H1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Investigar — aprender lo necesario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208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Entender clase Main y método main.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Código que compila con varios mensajes por pantalla.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208 · H1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5–13 min — Explicación breve: Java organiza el código en clases; main es el punto de entrada.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Señala línea a línea public class Main y public static void main.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Reescribir un programa mínimo y señalar dónde empieza.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40–45 min — Cierre: Microdefensa: señalar en el código dónde empieza el programa.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208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2F5BA8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public class Main, public static void main(String[] args) y orden de ejecución.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2F5BA8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Señala línea a línea public class Main y public static void main.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208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Escribir un programa mínimo sin copiar y ejecutarlo.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Código que compila con varios mensajes por pantalla.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208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producido o actualizado: Código que compila con varios mensajes por pantalla.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208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208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2F5BA8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Microdefensa: señalar en el código dónde empieza el programa.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