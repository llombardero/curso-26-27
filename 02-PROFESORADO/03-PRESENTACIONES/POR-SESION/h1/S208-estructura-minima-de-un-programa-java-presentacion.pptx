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1 de 9: Qué vas a aprender</a:t>
            </a:r>
          </a:p>
          <a:p>
            <a:r>
              <a:t>Fase HEXA: Investigar — aprender lo necesario</a:t>
            </a:r>
          </a:p>
          <a:p>
            <a:r>
              <a:t>Presenta el producto y anticipa la evidencia: Antes de terminar, cada persona debe conservar una evidencia de estructura mínima funcionando y una nota del error que ha provocado y corregido.</a:t>
            </a:r>
          </a:p>
          <a:p>
            <a:r>
              <a:t>Secuencia docente:</a:t>
            </a:r>
          </a:p>
          <a:p>
            <a:r>
              <a:t>- 45 minutos: Reconstruid la estructura mínima sin copiar directamente. Añadid dos mensajes y un comentario útil. Luego introducid un error pequeño, leed el diagnóstico, corregidlo y ejecutad.</a:t>
            </a:r>
          </a:p>
          <a:p>
            <a:r>
              <a:t>Claves docentes:</a:t>
            </a:r>
          </a:p>
          <a:p>
            <a:r>
              <a:t>- Usa esta explicación como una secuencia breve de ejemplos. No la conviertas en teoría larga: proyecta, pide predicción, corrige y haz que señalen el elemento exacto.</a:t>
            </a:r>
          </a:p>
          <a:p>
            <a:r>
              <a:t>- En estos primeros programas, el archivo se llama Main.java, la clase pública se llama Main y el método main es el punto de entrada. Java distingue mayúsculas y necesita delimitadores: punto y coma, llaves, paréntesis y comillas.</a:t>
            </a:r>
          </a:p>
          <a:p>
            <a:r>
              <a:t>- Ejemplo para proyectar:</a:t>
            </a:r>
          </a:p>
          <a:p>
            <a:r>
              <a:t>- public class Main {</a:t>
            </a:r>
          </a:p>
          <a:p>
            <a:r>
              <a:t>- public static void main(String[] argumentos) {</a:t>
            </a:r>
          </a:p>
          <a:p>
            <a:r>
              <a:t>- System.out.println("Hola");</a:t>
            </a:r>
          </a:p>
          <a:p>
            <a:r>
              <a:t>- }</a:t>
            </a:r>
          </a:p>
          <a:p>
            <a:r>
              <a:t>- Pregunta al alumnado:</a:t>
            </a:r>
          </a:p>
          <a:p>
            <a:r>
              <a:t>- Señala clase, punto de entrada, una instrucción visible, un identificador y un comentario útil.</a:t>
            </a:r>
          </a:p>
          <a:p>
            <a:r>
              <a:t>- Error frecuente que debes cortar:</a:t>
            </a:r>
          </a:p>
          <a:p>
            <a:r>
              <a:t>- String no es string. Main no es main. Las mayúsculas importan.</a:t>
            </a:r>
          </a:p>
          <a:p>
            <a:r>
              <a:t>- Contrasta ahora la relación archivo-clase con este caso:</a:t>
            </a:r>
          </a:p>
          <a:p>
            <a:r>
              <a:t>- // Archivo: Main.java</a:t>
            </a:r>
          </a:p>
          <a:p>
            <a:r>
              <a:t>- public class MiniJarvis {</a:t>
            </a:r>
          </a:p>
          <a:p>
            <a:r>
              <a:t>- Pregunta:</a:t>
            </a:r>
          </a:p>
          <a:p>
            <a:r>
              <a:t>- Qué relación no se cumple aquí.</a:t>
            </a:r>
          </a:p>
          <a:p>
            <a:r>
              <a:t>- Respuesta esperada:</a:t>
            </a:r>
          </a:p>
          <a:p>
            <a:r>
              <a:t>- Main.java no coincide con public class MiniJarvis.</a:t>
            </a:r>
          </a:p>
          <a:p>
            <a:r>
              <a:t>- Aclara la diferencia entre Main y main:</a:t>
            </a:r>
          </a:p>
          <a:p>
            <a:r>
              <a:t>- System.out.println("MiniJarvis");</a:t>
            </a:r>
          </a:p>
          <a:p>
            <a:r>
              <a:t>- Di:</a:t>
            </a:r>
          </a:p>
          <a:p>
            <a:r>
              <a:t>- Main es el nombre de la clase. main es el método donde comienza la ejecución.</a:t>
            </a:r>
          </a:p>
          <a:p>
            <a:r>
              <a:t>- Haz una predicción de orden:</a:t>
            </a:r>
          </a:p>
          <a:p>
            <a:r>
              <a:t>- System.out.println("UNO");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2 de 9: Qué aprenderás y cómo lo demostrarás</a:t>
            </a:r>
          </a:p>
          <a:p>
            <a:r>
              <a:t>Fase HEXA: Investigar — aprender lo necesario</a:t>
            </a:r>
          </a:p>
          <a:p>
            <a:r>
              <a:t>- Objetivo: Al terminar, debes reconstruir y depurar la estructura mínima de Java: clase, main, llaves, paréntesis, comillas, punto y coma, identificadores y comentarios.</a:t>
            </a:r>
          </a:p>
          <a:p>
            <a:r>
              <a:t>- Comprobación: Antes de terminar, cada persona debe conservar una evidencia de estructura mínima funcionando y una nota del error que ha provocado y corregido.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3 de 9: Estructura mínima completa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public class Main {</a:t>
            </a:r>
          </a:p>
          <a:p>
            <a:r>
              <a:t>    public static void main(String[] args) {</a:t>
            </a:r>
          </a:p>
          <a:p>
            <a:r>
              <a:t>        // Presenta la versión actual.</a:t>
            </a:r>
          </a:p>
          <a:p>
            <a:r>
              <a:t>        System.out.println("Hola");</a:t>
            </a:r>
          </a:p>
          <a:p>
            <a:r>
              <a:t>        System.out.println("MiniJarvis arranca");</a:t>
            </a:r>
          </a:p>
          <a:p>
            <a:r>
              <a:t>    }</a:t>
            </a:r>
          </a:p>
          <a:p>
            <a:r>
              <a:t>}</a:t>
            </a:r>
          </a:p>
          <a:p>
            <a:r>
              <a:t>- Main.java coincide con public class Main.</a:t>
            </a:r>
          </a:p>
          <a:p>
            <a:r>
              <a:t>- La ejecución comienza dentro de main.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4 de 9: Java exige precisión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Distingue mayúsculas: Main, main y String son identificadores diferentes.</a:t>
            </a:r>
          </a:p>
          <a:p>
            <a:r>
              <a:t>- Las llaves delimitan bloques; paréntesis, comillas y punto y coma tienen funciones concretas.</a:t>
            </a:r>
          </a:p>
          <a:p>
            <a:r>
              <a:t>- Un identificador debe ser válido y comunicar intención.</a:t>
            </a:r>
          </a:p>
          <a:p>
            <a:r>
              <a:t>- // comentario de línea · /* comentario de bloque */</a:t>
            </a:r>
          </a:p>
          <a:p>
            <a:r>
              <a:t>- Un comentario útil explica contexto o decisión; no repite una instrucción obvia.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5 de 9: Detecta antes de compilar</a:t>
            </a:r>
          </a:p>
          <a:p>
            <a:r>
              <a:t>Fase HEXA: Investigar — aprender lo necesario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MAYÚSCULA · System.out.println("Hola");</a:t>
            </a:r>
          </a:p>
          <a:p>
            <a:r>
              <a:t>ERROR · system.out.println("Hola");</a:t>
            </a:r>
          </a:p>
          <a:p>
            <a:r>
              <a:t>- PUNTO Y COMA · System.out.println("Hola");</a:t>
            </a:r>
          </a:p>
          <a:p>
            <a:r>
              <a:t>ERROR · System.out.println("Hola")</a:t>
            </a:r>
          </a:p>
          <a:p>
            <a:r>
              <a:t>- Compara un cambio cada vez y localiza la diferencia antes de compilar.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6 de 9: Reconstruye y depura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Reconstruye la clase sin copiar directamente.</a:t>
            </a:r>
          </a:p>
          <a:p>
            <a:r>
              <a:t>- Añade dos mensajes y un comentario que explique una decisión.</a:t>
            </a:r>
          </a:p>
          <a:p>
            <a:r>
              <a:t>- Introduce un error de mayúsculas o delimitador y predice el diagnóstico.</a:t>
            </a:r>
          </a:p>
          <a:p>
            <a:r>
              <a:t>- Compila, corrige y señala dónde comienza la ejecución.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7 de 9: Comprueba la estructura</a:t>
            </a:r>
          </a:p>
          <a:p>
            <a:r>
              <a:t>Fase HEXA: Investigar — aprender lo necesario</a:t>
            </a:r>
          </a:p>
          <a:p>
            <a:r>
              <a:t>Comprueba la evidencia en su fuente canónica: Antes de terminar, cada persona debe conservar una evidencia de estructura mínima funcionando y una nota del error que ha provocado y corregido.</a:t>
            </a:r>
          </a:p>
          <a:p>
            <a:r>
              <a:t>- Archivo y clase pública tienen el mismo nombre.</a:t>
            </a:r>
          </a:p>
          <a:p>
            <a:r>
              <a:t>- Las dos parejas de llaves están completas.</a:t>
            </a:r>
          </a:p>
          <a:p>
            <a:r>
              <a:t>- Puedo señalar las instrucciones que generan salida.</a:t>
            </a:r>
          </a:p>
          <a:p>
            <a:r>
              <a:t>- El comentario aporta información que el código no expresa solo.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8 de 9: Salida diagnóstica</a:t>
            </a:r>
          </a:p>
          <a:p>
            <a:r>
              <a:t>Fase HEXA: Investigar — aprender lo necesario</a:t>
            </a:r>
          </a:p>
          <a:p>
            <a:r>
              <a:t>Cierra con explicación individual, prueba observable y siguiente paso concreto.</a:t>
            </a:r>
          </a:p>
          <a:p>
            <a:r>
              <a:t>- Señala una regla sintáctica cuya ruptura impida compilar y explica por qué.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reconstruir y depurar la estructura mínima de Java: clase, main, llaves, paréntesis, comillas, punto y coma, identificadores y comentarios.</a:t>
            </a:r>
          </a:p>
          <a:p>
            <a:r>
              <a:t>Diapositiva 9 de 9: Fuentes diferenciadas</a:t>
            </a:r>
          </a:p>
          <a:p>
            <a:r>
              <a:t>Fase HEXA: Investigar — aprender lo necesario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 01: estructura y errores frecuentes</a:t>
            </a:r>
          </a:p>
          <a:p>
            <a:r>
              <a:t>- PDF Tema 1 · §§2-3: léxico y comentarios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reconstruir y depurar la estructura mínima de Java: clase, main, llaves, paréntesis, comillas, punto y coma, identificadores y comentarios.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Antes de terminar, cada persona debe conservar una evidencia de estructura mínima funcionando y una nota del error que ha provocado y corregido.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Estructura mínima completa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public class Main {</a:t>
            </a:r>
            <a:br/>
            <a:r>
              <a:t>    public static void main(String[] args) {</a:t>
            </a:r>
            <a:br/>
            <a:r>
              <a:t>        // Presenta la versión actual.</a:t>
            </a:r>
            <a:br/>
            <a:r>
              <a:t>        System.out.println("Hola");</a:t>
            </a:r>
            <a:br/>
            <a:r>
              <a:t>        System.out.println("MiniJarvis arranca");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Main.java coincide con public class Main.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La ejecución comienza dentro de main.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Java exige precisión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Distingue mayúsculas: Main, main y String son identificadores diferentes.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Las llaves delimitan bloques; paréntesis, comillas y punto y coma tienen funciones concretas.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Un identificador debe ser válido y comunicar intención.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// comentario de línea · /* comentario de bloque */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Un comentario útil explica contexto o decisión; no repite una instrucción obvia.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Detecta antes de compilar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MAYÚSCULA · System.out.println("Hola");</a:t>
            </a:r>
            <a:br/>
            <a:r>
              <a:t>ERROR · system.out.println("Hola");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PUNTO Y COMA · System.out.println("Hola");</a:t>
            </a:r>
            <a:br/>
            <a:r>
              <a:t>ERROR · System.out.println("Hola")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Compara un cambio cada vez y localiza la diferencia antes de compilar.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Reconstruye y depura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Reconstruye la clase sin copiar directamente.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Añade dos mensajes y un comentario que explique una decisión.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Introduce un error de mayúsculas o delimitador y predice el diagnóstico.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Compila, corrige y señala dónde comienza la ejecución.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Comprueba la estructura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Archivo y clase pública tienen el mismo nombre.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Las dos parejas de llaves están completas.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las instrucciones que generan salida.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comentario aporta información que el código no expresa solo.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Salida diagnóstica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Señala una regla sintáctica cuya ruptura impida compilar y explica por qué.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 01: estructura y errores frecuentes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§§2-3: léxico y comentarios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