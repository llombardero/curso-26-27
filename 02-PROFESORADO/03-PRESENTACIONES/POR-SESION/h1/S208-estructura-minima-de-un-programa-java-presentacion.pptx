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Estructura mínima de un programa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Entender clase Main y método main.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Código que compila con varios mensajes por pantalla.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Reescribir un programa mínimo y señalar dónde empieza.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public class Main, public static void main(String[] args) y orden de ejecución.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Señala línea a línea public class Main y public static void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que compila con varios mensajes por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Microdefensa: señalar en el código dónde empieza el programa.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