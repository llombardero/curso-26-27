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Estructura mínima de un programa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clase Main y método 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que compila con varios mensajes por pantalla.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organiza el código en clases; main es el punto de entrada.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línea a línea public class Main y public static void main.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Reescribir un programa mínimo y señalar dónde empieza.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señalar en el código dónde empieza el programa.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public class Main, public static void main(String[] args) y orden de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línea a línea public class Main y public static void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Escribir un programa mínimo sin copiar y ejecutarlo.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que compila con varios mensajes por pantalla.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señalar en el código dónde empieza el programa.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