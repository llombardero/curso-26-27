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Leer, reconstruir y depurar la estructura mínima; reconocer aspectos léxicos y comentarios.</a:t>
            </a:r>
          </a:p>
          <a:p>
            <a:r>
              <a:t>Diapositiva 1 de 9: La estructura mínima de un programa Java</a:t>
            </a:r>
          </a:p>
          <a:p>
            <a:r>
              <a:t>Fase HEXA: Investigar — aprender lo necesario</a:t>
            </a:r>
          </a:p>
          <a:p>
            <a:r>
              <a:t>Presenta el producto y anticipa la evidencia: Quede diagnosticada la comprensión.</a:t>
            </a:r>
          </a:p>
          <a:p>
            <a:r>
              <a:t>Secuencia docente:</a:t>
            </a:r>
          </a:p>
          <a:p>
            <a:r>
              <a:t>- 00:00–00:05 / D1: INVESTIGAR: Pide predecir qué líneas producen salida.</a:t>
            </a:r>
          </a:p>
          <a:p>
            <a:r>
              <a:t>- 00:05–00:12 / D2: PÍLDORA DOCENTE 1/4: Explica que el nombre de la clase pública coincide con el archivo y que main es el punto de entrada en estos programas.</a:t>
            </a:r>
          </a:p>
          <a:p>
            <a:r>
              <a:t>- 00:12–00:18 / D3: PÍLDORA DOCENTE 2/4: Relaciona cada regla con un error real.</a:t>
            </a:r>
          </a:p>
          <a:p>
            <a:r>
              <a:t>- 00:18–00:23 / D4: DIAGNÓSTICO: No ejecutes aún. Pide voto y justificación.</a:t>
            </a:r>
          </a:p>
          <a:p>
            <a:r>
              <a:t>- 00:23–00:27 / D5: DIAGNÓSTICO: Pide localizar el error antes de ejecutar.</a:t>
            </a:r>
          </a:p>
          <a:p>
            <a:r>
              <a:t>- 00:27–00:32 / D6: PÍLDORA DOCENTE 3/4: Explica reglas mínimas y la importancia del nombre significativo.</a:t>
            </a:r>
          </a:p>
          <a:p>
            <a:r>
              <a:t>- 00:32–00:35 / D7: PÍLDORA DOCENTE 4/4: Explica que no se ejecutan y que deben aportar intención, no repetir literalmente la instrucción.</a:t>
            </a:r>
          </a:p>
          <a:p>
            <a:r>
              <a:t>- 00:35–00:42 / D8: ACTIVIDAD: Circula y pide verbalizar la primera marca del IDE.</a:t>
            </a:r>
          </a:p>
          <a:p>
            <a:r>
              <a:t>- 00:42–00:45 / D9: CIERRE: Pregunta a 2–3 personas y registra dificultades comunes.</a:t>
            </a:r>
          </a:p>
          <a:p>
            <a:r>
              <a:t>Claves docentes:</a:t>
            </a:r>
          </a:p>
          <a:p>
            <a:r>
              <a:t>- PÍLDORA DOCENTE 1/4: Explica que el nombre de la clase pública coincide con el archivo y que main es el punto de entrada en estos programas, PÍLDORA DOCENTE 2/4: Relaciona cada regla con un error real, PÍLDORA DOCENTE 3/4: Explica reglas mínimas y la importancia del nombre significativo.</a:t>
            </a:r>
          </a:p>
          <a:p>
            <a:r>
              <a:t>- PÍLDORA DOCENTE 4/4: Explica que no se ejecutan y que deben aportar intención, no repetir literalmente la instrucción.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Leer, reconstruir y depurar la estructura mínima; reconocer aspectos léxicos y comentarios.</a:t>
            </a:r>
          </a:p>
          <a:p>
            <a:r>
              <a:t>Diapositiva 2 de 9: Qué debe conseguirse</a:t>
            </a:r>
          </a:p>
          <a:p>
            <a:r>
              <a:t>Fase HEXA: Investigar — aprender lo necesario</a:t>
            </a:r>
          </a:p>
          <a:p>
            <a:r>
              <a:t>- Objetivo: Leer, reconstruir y depurar la estructura mínima; reconocer aspectos léxicos y comentarios.</a:t>
            </a:r>
          </a:p>
          <a:p>
            <a:r>
              <a:t>- Al terminar: señala la evidencia, explica qué demuestra y reproduce la prueba.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Leer, reconstruir y depurar la estructura mínima; reconocer aspectos léxicos y comentarios.</a:t>
            </a:r>
          </a:p>
          <a:p>
            <a:r>
              <a:t>Diapositiva 3 de 9: Ejemplo o demostración · 1</a:t>
            </a:r>
          </a:p>
          <a:p>
            <a:r>
              <a:t>Fase HEXA: Investigar — aprender lo necesario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D1 · ¿Qué líneas hacen algo visible? — public class Main {</a:t>
            </a:r>
          </a:p>
          <a:p>
            <a:r>
              <a:t>- public static void main(String\[\] args) {</a:t>
            </a:r>
          </a:p>
          <a:p>
            <a:r>
              <a:t>- System.out.println("Hola");</a:t>
            </a:r>
          </a:p>
          <a:p>
            <a:r>
              <a:t>- System.out.println("MiniJarvis arranca");</a:t>
            </a:r>
          </a:p>
          <a:p>
            <a:r>
              <a:t>- }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Leer, reconstruir y depurar la estructura mínima; reconocer aspectos léxicos y comentarios.</a:t>
            </a:r>
          </a:p>
          <a:p>
            <a:r>
              <a:t>Diapositiva 4 de 9: Ejemplo o demostración · 2</a:t>
            </a:r>
          </a:p>
          <a:p>
            <a:r>
              <a:t>Fase HEXA: Investigar — aprender lo necesario</a:t>
            </a:r>
          </a:p>
          <a:p>
            <a:r>
              <a:t>Modela el ejemplo sin resolver la actividad completa; pide una predicción antes de ejecutar.</a:t>
            </a:r>
          </a:p>
          <a:p>
            <a:r>
              <a:t>- D2 · Clase, archivo y main — ARCHIVO Y CLASE: Main.java</a:t>
            </a:r>
          </a:p>
          <a:p>
            <a:r>
              <a:t>- ↕</a:t>
            </a:r>
          </a:p>
          <a:p>
            <a:r>
              <a:t>- public class Main \| PUNTO DE ENTRADA: public static void main(String\[\] args)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Leer, reconstruir y depurar la estructura mínima; reconocer aspectos léxicos y comentarios.</a:t>
            </a:r>
          </a:p>
          <a:p>
            <a:r>
              <a:t>Diapositiva 5 de 9: Actividad central · 1</a:t>
            </a:r>
          </a:p>
          <a:p>
            <a:r>
              <a:t>Fase HEXA: Investigar — aprender lo necesario</a:t>
            </a:r>
          </a:p>
          <a:p>
            <a:r>
              <a:t>Entrega la consigna, observa decisiones y pide una prueba reproducible.</a:t>
            </a:r>
          </a:p>
          <a:p>
            <a:r>
              <a:t>- Predice antes de ejecutar cuando haya código.</a:t>
            </a:r>
          </a:p>
          <a:p>
            <a:r>
              <a:t>- Realiza la micropráctica o modificación prevista.</a:t>
            </a:r>
          </a:p>
          <a:p>
            <a:r>
              <a:t>- Prueba el caso normal y, cuando exista una decisión o conversión, también el caso alternativo o erróneo.</a:t>
            </a:r>
          </a:p>
          <a:p>
            <a:r>
              <a:t>- Conserva el código o resultado en el repositorio o espacio indicado.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Leer, reconstruir y depurar la estructura mínima; reconocer aspectos léxicos y comentarios.</a:t>
            </a:r>
          </a:p>
          <a:p>
            <a:r>
              <a:t>Diapositiva 6 de 9: Actividad central · 2</a:t>
            </a:r>
          </a:p>
          <a:p>
            <a:r>
              <a:t>Fase HEXA: Investigar — aprender lo necesario</a:t>
            </a:r>
          </a:p>
          <a:p>
            <a:r>
              <a:t>Entrega la consigna, observa decisiones y pide una prueba reproducible.</a:t>
            </a:r>
          </a:p>
          <a:p>
            <a:r>
              <a:t>- Registra una sola entrada en el diario individual; no crees un informe paralelo.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Leer, reconstruir y depurar la estructura mínima; reconocer aspectos léxicos y comentarios.</a:t>
            </a:r>
          </a:p>
          <a:p>
            <a:r>
              <a:t>Diapositiva 7 de 9: Evidencia y comprobación</a:t>
            </a:r>
          </a:p>
          <a:p>
            <a:r>
              <a:t>Fase HEXA: Investigar — aprender lo necesario</a:t>
            </a:r>
          </a:p>
          <a:p>
            <a:r>
              <a:t>Comprueba la evidencia en su fuente canónica: Quede diagnosticada la comprensión.</a:t>
            </a:r>
          </a:p>
          <a:p>
            <a:r>
              <a:t>- conserva el código o la prueba en el lugar indicado por la sesión;</a:t>
            </a:r>
          </a:p>
          <a:p>
            <a:r>
              <a:t>- añade una sola entrada al diario individual con prueba, bloqueo y siguiente paso;</a:t>
            </a:r>
          </a:p>
          <a:p>
            <a:r>
              <a:t>- no copies la misma reflexión en otro documento; el Site personal seleccionará evidencias al cerrar H1.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Leer, reconstruir y depurar la estructura mínima; reconocer aspectos léxicos y comentarios.</a:t>
            </a:r>
          </a:p>
          <a:p>
            <a:r>
              <a:t>Diapositiva 8 de 9: Seguridad y uso responsable</a:t>
            </a:r>
          </a:p>
          <a:p>
            <a:r>
              <a:t>Fase HEXA: Investigar — aprender lo necesario</a:t>
            </a:r>
          </a:p>
          <a:p>
            <a:r>
              <a:t>Recuerda estos límites antes de que el alumnado comparta o publique:</a:t>
            </a:r>
          </a:p>
          <a:p>
            <a:r>
              <a:t>- Usa datos ficticios y no publiques credenciales ni información personal.</a:t>
            </a:r>
          </a:p>
          <a:p>
            <a:r>
              <a:t>- Si utilizas IA de forma sustantiva, registra propósito, propuesta, cambios propios y validación en el registro de IA del hito.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Leer, reconstruir y depurar la estructura mínima; reconocer aspectos léxicos y comentarios.</a:t>
            </a:r>
          </a:p>
          <a:p>
            <a:r>
              <a:t>Diapositiva 9 de 9: Cierre y defensa</a:t>
            </a:r>
          </a:p>
          <a:p>
            <a:r>
              <a:t>Fase HEXA: Investigar — aprender lo necesario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puedes señalar, explicar y probar al terminar este checkpoint?</a:t>
            </a:r>
          </a:p>
          <a:p>
            <a:r>
              <a:t>Fuente docente: /mnt/compartido/Programación-26-27/Minijarvis/02-PROFESORADO/02-SESIONES/h1/S208-estructura-minima-de-un-programa-java-docente.md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La estructura mínima de un programa 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 · Fase HEXA: Investigar — aprender lo necesario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Leer, reconstruir y depurar la estructura mínima; reconocer aspectos léxicos y comentarios.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Al terminar: señala la evidencia, explica qué demuestra y reproduce la prueba.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D1 · ¿Qué líneas hacen algo visible? — public class Main {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public static void main(String\[\] args) {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System.out.println("Hola");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System.out.println("MiniJarvis arranca");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OBSERVAR ANTES DE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Ejemplo o demostración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53312"/>
            <a:ext cx="10927080" cy="4526280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5740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DEMOSTRACIÓN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212848"/>
            <a:ext cx="9966960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D2 · Clase, archivo y main — ARCHIVO Y CLASE: Main.java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↕</a:t>
            </a:r>
          </a:p>
          <a:p>
            <a:pPr>
              <a:spcAft>
                <a:spcPts val="9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public class Main \| PUNTO DE ENTRADA: public static void main(String\[\] args)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Predice antes de ejecutar cuando haya código.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la micropráctica o modificación prevista.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Prueba el caso normal y, cuando exista una decisión o conversión, también el caso alternativo o erróneo.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Conserva el código o resultado en el repositorio o espacio indicado.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 ·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Registra una sola entrada en el diario individual; no crees un informe paralelo.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conserva el código o la prueba en el lugar indicado por la sesión;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95960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941319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añade una sola entrada al diario individual con prueba, bloqueo y siguiente paso;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62076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4602480"/>
            <a:ext cx="9829800" cy="16245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copies la misma reflexión en otro documento; el Site personal seleccionará evidencias al cerrar H1.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409651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Usa datos ficticios y no publiques credenciales ni información personal.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455371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409651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41605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de forma sustantiva, registra propósito, propuesta, cambios propios y validación en el registro de IA del hito.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208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puedes señalar, explicar y probar al terminar este checkpoint?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