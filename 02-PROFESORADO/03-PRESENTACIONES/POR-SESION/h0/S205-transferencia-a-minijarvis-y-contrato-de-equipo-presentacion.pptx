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De la torre a MiniJarvis: revisión del equipo, contrato y rotación de funciones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Equipos provisionales de la torre, con cierre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Utilizar las evidencias de la torre para revisar el equipo y convertir lo aprendido en acuerdos de trabajo para MiniJarvis.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Decisión razonada, contrato observable, funciones de H1, rotación y primer backlog verificable.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Recuperar evidencias: Entrega o pide abrir las evidencias de S202–S204.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Comparar HADA y conducta: Cada persona completa primero en silencio: Una preferencia HADA que pude mostrar fue...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13–19 min — Decidir sobre composición y funciones: El equipo marca una opción: mantener composición y funciones hasta la primera revisión, mantener composición y rotar o redefinir funciones, solicitar revisión docente con una razón pedagógica concreta.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19–29 min — Elaborar el contrato observable: Explica que un contrato útil no contiene valores vagos.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29–34 min — Rotación razonada: Cada equipo registra: Foco — Responsable inicial H1 — Sustituto — Momento de rotación — Capacidad que practicará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34–41 min — Transferir la torre a un backlog de software: Modela una transformación: Torre: crear una 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41–44 min — Comprobación cruzada: Intercambia contratos entre dos equipos o realiza revisión oral.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44–45 min — Cierre individual: Cada persona responde: ¿Qué conducta de la torre mantendrás y qué función diferente practicarás en MiniJarvis?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Mantener composición y funciones: Solo cuando las evidencias muestran: participación suficiente, comunicación de bloqueos, funciones entendidas, capacidad de adaptación, ausencia de riesgo o exclusión.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Aun así, debe existir rotación futura.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Mantener composición y ajustar funciones o normas: Es la opción preferente cuando el problema puede abordarse mediante: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redefinir una responsabilidad, hacer visible una capacidad ausente, introducir turnos o límites de trabajo en curso, rotar funciones;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mejorar criterios de aceptación;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concretar cuándo pedir ayuda.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Solicitar revisión docente de la composición: Está justificada cuando hay evidencias de: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exclusión sostenida, conflicto que impide aprender o trabajar con seguridad, incompatibilidad pedagógica relevante, necesidad de apoyo no cubierta, ausencia persistente que hace inviable el equipo;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desequilibrio que no puede compensarse razonablemente mediante funciones.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se cambia un equipo solo porque: la torre cayó, no obtuvo gran altura, alguien prefiere trabajar con amistades, dos perfiles HADA coinciden, una persona obtuvo una puntuación menor en una columna.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decisión final de cambio corresponde al profesorado después de escuchar individualmente cuando sea necesario. No obligues al equipo a debatir públicamente información confidencial.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Conducta de la torre que quiero mantener: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Función diferente que practicaré en MiniJarvis: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Apoyo que puedo ofrecer a otra persona: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Evidencia que permitirá revisar mi aprendizaje: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equipo ha usado HADA como hipótesis y no como etiqueta;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torre ha generado evidencias de producto y proceso;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 distinguido review de retrospectiva;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una decisión argumentada sobre la composición;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funciones están definidas y no son jerárquicas;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un compromiso concreto de rotación;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el contrato contiene reglas observables;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 backlog inicial de MiniJarvis;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tarea tiene un criterio comprobable;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estudiante identifica una aportación y un aprendizaje siguiente.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205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Conducta de la torre que quiero mantener: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