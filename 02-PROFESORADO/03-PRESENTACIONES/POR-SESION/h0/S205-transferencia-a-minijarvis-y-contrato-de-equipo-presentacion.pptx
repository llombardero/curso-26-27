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 la torre a MiniJarvis: equipo, contrato y rotación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C4F3E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Comprender y aplicar el objetivo de la sesión.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C4F3E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Una evidencia comprobable y defendible.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Comprender y aplicar el objetivo de la sesión.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una prueba observable.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la evidencia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C4F3E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Comprender y aplicar el objetivo de la sesión.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Relaciona el producto con el proceso, la prueba y la explicación.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evidencia esperada es: Una evidencia comprobable y defendible.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C4F3E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Sigue la consigna indicada en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Una evidencia comprobable y defendible.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¿Qué has hecho y cómo sabes que funciona?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