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Curso, narrativa MiniJarvis y evidencias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H0 — Bootcamp inicial de trabajo por proyectos y Scrum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201 · H0 — Bootcamp inicial de trabajo por proyectos y Scrum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Cada estudiante puede explicar qué es MiniJarvis, cómo crecerá y qué convierte un producto en evidencia defendible.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Ticket con una idea comprendida, una duda, un uso permitido de IA, uno prohibido y un criterio de evidencia defendible.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201 · H0 — Bootcamp inicial de trabajo por proyectos y Scrum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Acogida y propósito: Qué haces: Recibe al grupo, presenta el título y señala la evidencia que deberán entregar al final.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005148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5732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86860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Narrativa y crecimiento por hitos: Qué haces: Dibuja progresivamente la línea de evolución.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730137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30721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1849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Producto, evidencia y defensa: Qué explicas: Escribe tres columnas: Producto — Evidencia — Defensa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455125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55709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36837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18–23 min — Reformulación individual: Trabaja ahora individualmente.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180114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280698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161826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23–33 min — Semáforo de uso de IA: Presentación del semáforo: Explica: VERDE = apoyo permitido y transparente.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905102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05686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886814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33–40 min — Puesta en común y construcción del criterio: Cómo dirigirla: No corrijas caso por caso mediante una exposición larga.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5630091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730675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611803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Ticket de salida y cierre: Completa ahora el ticket de salida de forma individual.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201 · H0 — Bootcamp inicial de trabajo por proyectos y Scrum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Explicación directa del profesorado: Debes explicar de forma explícita: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la finalidad educativa de MiniJarvis, la progresión por hitos, qué se considera evidencia, que habrá demostraciones y defensas breves, las reglas de privacidad y autoría, que nunca se introducen contraseñas, claves API ni datos personales en una IA;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que utilizar IA no sustituye comprender, comprobar y defender el trabajo.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Exploración guiada del alumnado: El alumnado decide o descubre, dentro de límites claros: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cómo reformularía el propósito de MiniJarvis, por qué determinados usos de IA son verdes, ámbar o rojos, qué tendría que mostrar para demostrar que ha aprendido;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qué duda conserva al terminar.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HEXA no significa investigar sin rumbo. En esta sesión la exploración está limitada por cinco casos concretos y por un producto de salida definido.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201 · H0 — Bootcamp inicial de trabajo por proyectos y Scrum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79400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cada estudiante ha entregado o guardado su ticket;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2902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110740"/>
            <a:ext cx="9829800" cy="79400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 mayoría puede explicar la progresión por hitos;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95960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941319"/>
            <a:ext cx="9829800" cy="79400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se ha diferenciado producto, evidencia y defensa;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771900"/>
            <a:ext cx="9829800" cy="79400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se han establecido las reglas mínimas de privacidad y autoría;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62076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602480"/>
            <a:ext cx="9829800" cy="79400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las dudas pendientes están localizadas para retomarlas;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5134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5433060"/>
            <a:ext cx="9829800" cy="79400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nadie ha tenido que utilizar datos personales, credenciales ni una IA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201 · H0 — Bootcamp inicial de trabajo por proyectos y Scrum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201 · H0 — Bootcamp inicial de trabajo por proyectos y Scrum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debe acompañar al producto para demostrar aprendizaje?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