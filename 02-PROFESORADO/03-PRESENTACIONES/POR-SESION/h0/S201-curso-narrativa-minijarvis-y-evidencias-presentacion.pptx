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Curso, narrativa MiniJarvis y evidencias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201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C4F3E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Comprender qué se aprenderá y cómo se trabajará por retos HEXA.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C4F3E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Ticket con idea comprendida, duda, uso permitido/prohibido y criterio de evidencia defendible.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201 · H0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Reformular el proyecto y clasificar usos de IA en verde/ámbar/rojo.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201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C4F3E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Comprender qué se aprenderá y cómo se trabajará por retos HEXA.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Relaciona el producto con el proceso, la prueba y la explicación.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evidencia esperada es: Ticket con idea comprendida, duda, uso permitido/prohibido y criterio de evidencia defendible.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C4F3E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Comprende el reto central de H0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Antes de programar MiniJarvis, diseñaremos y pondremos a prueba nuestra forma de trabajar: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S201: comprender el proyecto y el reto.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S202: conocer Scrum mínimo y formular una hipótesis HADA.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S203: formar equipos provisionales y acordar funciones.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201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Ticket con idea comprendida, duda, uso permitido/prohibido y criterio de evidencia defendible.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Esta ficha, en papel o en formato digital, y un medio para escribir.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201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¿Qué debe acompañar al producto para demostrar aprendizaje?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