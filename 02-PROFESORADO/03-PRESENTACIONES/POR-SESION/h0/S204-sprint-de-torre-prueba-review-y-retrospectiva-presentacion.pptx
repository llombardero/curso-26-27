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Torre de papel: dos ciclos Scrum, prueba, review y retrospectiva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90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 →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Equipos provisionales de tres o cuatro definidos en S203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Poner a prueba la organización del equipo mediante dos ciclos Scrum de construcción.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Torre, tablero actualizado, dos pruebas comparables, adaptación aplicada, review, retrospectiva y aportaciones individuales.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0–6 min — Activación y propósito: Muestra el reto y di: Hoy no comprobaremos si HADA os ha definido correctamente.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6–12 min — Recuperación del diseño del equipo: Cada equipo relee: fortaleza prevista, capacidad por compensar, funciones, definición de terminado, backlog inicial.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12–18 min — Refinamiento y estrategia: Entrega únicamente el lote del ciclo 1 —6 hojas A4, tijeras y regla—, pero todavía no permitas construir durante dos minutos.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18–36 min — Ciclo 1 de construcción: Anuncia 18 minutos.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36–41 min — Prueba 1: Detén la construcción para todos.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41–50 min — Review y retrospectiva intermedias: Reserva primero tres minutos para review: ¿Qué criterio cumple?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50–68 min — Ciclo 2 de adaptación: El equipo actualiza primero el backlog y marca qué tarea responde a la retrospectiva.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68–74 min — Prueba final: Repite exactamente el protocolo de la primera prueba.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45536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46120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127248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74–81 min — Review final: Cada equipo dispone de un máximo de 90 segundos.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078224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7880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059936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81–88 min — Retrospectiva HADA y funciones: Cada equipo completa: Una previsión HADA que apareció en conductas fue...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5010912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11149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992624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88–90 min — Cierre individual y recogida: Cada persona escribe: Mi aportación observable fue...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Producto: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torre debe sostenerse por sí misma sobre la mesa, Ninguna persona puede tocarla durante la prueba de 60 segundos, No puede fijarse a mesa, pared, suelo, mobiliario o cuerpo, La base completa debe caber dentro de un cuadrado de 25 × 25 cm.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carga común de aproximadamente 50 g debe colocarse en el punto más alto que pueda sostenerla.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Solo pueden formar parte de la torre los materiales autorizados en el ciclo correspondiente.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En el ciclo 1 solo se permiten 6 hojas A4; no se permiten clips, gomas, cordel, cartulina, pegamento, cinta adhesiva ni grapas.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En el ciclo 2 pueden desbloquearse las 4 hojas restantes, 1 cartulina A4, 6 clips, 4 gomas y 100 cm de cordel.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Tijeras, regla, lápiz, perforadora, cronómetro y cinta métrica son herramientas, no componentes.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Los restos cortados siguen contando como material consumido y no se intercambia material entre equipos.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altura se mide con la carga colocada después de superar la prueba de estabilidad.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Proceso: Antes de construir debe existir backlog visible, Solo puede haber un número limitado de tareas en curso;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recomienda máximo dos, Los bloqueos se hacen visibles, no se ocultan, Cada función debe dejar una evidencia observable, Todas las personas deben participar en diseño, construcción, prueba o explicación;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ninguna queda como observadora permanente.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El material es limitado para provocar priorización, no para fomentar competición.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Criterio de terminado: La torre está terminada cuando está sobre la mesa,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usa solo el material permitido,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su base cabe en 25 × 25 cm,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sostiene la carga común durante 60 segundos sin contacto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y el equipo ha registrado su prueba.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La altura es un dato de la review, no sustituye la definición de terminado.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RETO: torre autoportante de papel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Debe: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usar solo el material entregado;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apoyarse únicamente en la mesa;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tener una base que quepa en 25 × 25 cm;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sostener la carga común de aproximadamente 50 g durante 60 segundos;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medirse con la carga colocada;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poder explicarse mediante decisiones y pruebas.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Mi aportación observable fue: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Una decisión de otra persona que ayudé a mejorar o integrar: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Otra función que quiero practicar en MiniJarvis: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La evidencia que permitirá revisar mi aprendizaje será: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han realizado dos ciclos de construcción o dos intentos registrados;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existe backlog inicial y adaptado;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 definición de terminado se ha aplicado;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dos pruebas usan el mismo protocolo;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review y retrospectiva están diferenciadas;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todas las personas registran una aportación;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funciones han producido o dejado de producir conductas observables;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245516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al menos una mejora aplicada;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3771900"/>
            <a:ext cx="9829800" cy="245516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cualquier petición de cambio se fundamenta en hechos, no en etiquetas HADA.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 aportación observable fue: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