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Scrum mínimo y perfil HADA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 · 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Entender el Scrum mínimo que utilizaremos en la torre y formular una primera hipótesis sobre cómo contribuyes en un equipo.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Glosario, ficha HADA completa, cuatro sumas comprobadas, diagrama o registro equivalente y ticket individual.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Entender el Scrum mínimo que utilizaremos en la torre y formular una primera hipótesis sobre cómo contribuyes en un equipo.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una prueba observable.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la evidencia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Entender el Scrum mínimo que utilizaremos en la torre y formular una primera hipótesis sobre cómo contribuyes en un equipo.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Relaciona el producto con el proceso, la prueba y la explicación.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evidencia esperada es: Glosario, ficha HADA completa, cuatro sumas comprobadas, diagrama o registro equivalente y ticket individual.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Sigue la consigna indicada en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Glosario, ficha HADA completa, cuatro sumas comprobadas, diagrama o registro equivalente y ticket individual.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202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¿Qué has hecho y cómo sabes que funciona?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