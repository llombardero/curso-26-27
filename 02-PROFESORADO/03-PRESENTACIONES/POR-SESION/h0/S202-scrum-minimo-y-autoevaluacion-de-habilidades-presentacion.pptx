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Scrum mínimo y perfil 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H0 — Formación y prueba de equipos Scrum mediante la torre de papel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Fase 0 — Equipos +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Trabajo individual, breve contraste conceptual y cierre privado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Ficha HADA puntuada, sumas por perfil y diagrama personal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Glosario, ficha HADA completa, cuatro sumas comprobadas, diagrama o registro equivalente y ticket individual.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Activación y conexión con la torre: Proyecta o lee: En H0 no vamos a elegir equipos por amistad ni al azar y darlos por definitivos.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5–12 min — Scrum mínimo mediante la torre: Dibuja un tablero con cuatro columnas: Pendiente, En curso, Hecho, Bloqueado.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12–17 min — Presentación prudente de HADA: Di literalmente: HADA no descubre quién eres ni decide lo que puedes hacer.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17–21 min — Demostración de una fila: Inventa cuatro afirmaciones neutrales que no estén en el cuestionario, por ejemplo: Prefiero iniciar / acompañar / imaginar / comprobar.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21–31 min — Cumplimentación individual: Da diez minutos de silencio de trabajo.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31–38 min — Cálculo y diagrama: Pide sumar las columnas y comprobar: ¿Cada suma está entre 6 y 24?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38–42 min — Interpretación formativa: Cada persona completa de forma privada: Una contribución que creo que puedo aportar al principio...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212848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13432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94560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42–45 min — Ticket y recogida: Ticket individual: ¿Por qué una puntuación HADA no basta para decidir una función permanente?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Scrum mínimo para la torre: Usa definiciones funcionales, no una exposición histórica: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Término — Significado operativo en H0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Sprint — Periodo limitado en el que el equipo intenta producir una torre comprobable.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Backlog — Lista ordenada y visible del trabajo necesario.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Tarea — Unidad concreta que puede empezar, terminar y comprobarse.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Bloqueo — Obstáculo que impide avanzar y debe hacerse visible.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Prueba — Acción que aporta evidencia frente a un criterio.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Review — Inspección del producto: qué se consiguió y qué cumple.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Retrospectiva — Inspección del proceso: cómo trabajó el equipo y qué cambiará.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No presentes Scrum como una lista de reuniones. La idea central es: hacer visible el trabajo, producir algo comprobable, inspeccionarlo y adaptar el siguiente intento.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Mecánica exacta de HADA: El instrumento contiene seis filas, A–F, con cuatro afirmaciones por fila. En cada fila deben repartirse las puntuaciones 4, 3, 2 y 1 sin repetir: 4: corresponde con precisión, 3: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corresponde bastante, 2: corresponde parcialmente;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1: corresponde muy poco.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Las columnas son siempre: Gestor, Colaborador, Desarrollador, Analista.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Se suman verticalmente las seis puntuaciones de cada columna.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Comprobaciones matemáticas: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Mínimo por perfil: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Máximo por perfil: 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Suma de los cuatro perfiles: 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No uses intervalos alto/medio/bajo: el documento de Tknika no los establece. Si dos columnas empatan, se conservan ambas; no fuerces un perfil dominante.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Lectura del diagrama: El diagrama combina dos tensiones: orientación a objetivos ↔ orientación a relaciones interpersonales, continuidad ↔ cambio.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Los cuadrantes son: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Cuadrante — Combinación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Gestor — Objetivos + cambio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760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Desarrollador — Relaciones + cambio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RELACIONAR SIN ENCASILLAR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HADA orienta; las funciones se acuerdan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39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1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Gestor — natural: valor, backlog y tiempo · practicar: escucha y revisión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98448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63039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444751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Colaborador — natural: facilitación y mediación · practicar: priorización y crítica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91840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38144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Desarrollador — natural: ideas y prototipado · practicar: cierre, prueba y documentación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91840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56432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3438144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Analista — natural: calidad y prueba · practicar: experimentación y comunicación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422392"/>
            <a:ext cx="10927080" cy="758952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596128"/>
            <a:ext cx="1037844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La tabla orienta una conversación; no asigna funciones automáticamente.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OBSERVAR ANTES DE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Ejemplo o demostración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10927080" cy="4526280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574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C4F3E"/>
                </a:solidFill>
                <a:latin typeface="Aptos"/>
              </a:defRPr>
            </a:pPr>
            <a:r>
              <a:t>DEMOSTRACIÓN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996696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Deja visible antes de comenzar: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S202 — Scrum mínimo + HADA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Reto H0: diseñar un equipo, probarlo con una torre y mejorarlo.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HADA = hipótesis de contribución, no etiqueta ni nota.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Cada fila: usar 4, 3, 2 y 1 una sola vez.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OBSERVAR ANTES DE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Ejemplo o demostración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10927080" cy="4526280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574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C4F3E"/>
                </a:solidFill>
                <a:latin typeface="Aptos"/>
              </a:defRPr>
            </a:pPr>
            <a:r>
              <a:t>DEMOSTRACIÓN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996696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Comprobación: cada columna 6–24; total de las cuatro = 60.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En otra zona reserva espacio para: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Sprint | Backlog | Bloqueo | Review | Retrospectiva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Acuerdo de funciones — responsable, sustituto, razón basada en aporte o aprendizaje y conducta observable.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95144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404872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Regla de participación — impedir que una sola persona diseñe o construya toda la torre.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82696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29000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392424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Ciclo 1 — 6 hojas A4 reutilizadas, tijeras y regla, sin conectores.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0248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16552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379976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Ciclo 2 — solicitar material adicional solo tras justificar problema, cambio previsto y prueba esperada.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57800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404104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367528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Reto — torre autoportante dentro de 25 × 25 cm; carga aproximada de 50 g durante 60 segundos.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Backlog — al menos seis tareas comprobables, con prioridad y criterio de Hecho.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Definición de terminado y bloqueo probable — indicar cómo se harán visibles.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Defensa — explicar capacidad a compensar, función, conducta observable y criterio de terminado.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Cierre individual — Mi responsabilidad inicial; conducta observable; tarea compartida; condición para revisar la función.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el alumnado diferencia review y retrospectiva;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10373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992085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cada fila HADA contiene 4, 3, 2 y 1 sin repetición;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2229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704011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cada perfil suma entre 6 y 24;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34225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415937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las cuatro columnas suman 60;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6150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127862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no se han publicado puntuaciones nominales;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85807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4839788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cada persona entiende que el resultado es provisional;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70002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551714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el docente dispone de información suficiente para proponer equipos antes de S203.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202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La condición para revisar la función después de la torre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84448"/>
            <a:ext cx="10607040" cy="21488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Mi responsabilidad inicial</a:t>
            </a:r>
          </a:p>
          <a:p>
            <a:pPr>
              <a:spcAft>
                <a:spcPts val="9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La conducta observable que demostrará que la cumplo</a:t>
            </a:r>
          </a:p>
          <a:p>
            <a:pPr>
              <a:spcAft>
                <a:spcPts val="9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Una tarea compartida en la que también participaré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