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Scrum mínimo y perfil HADA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Fase 0 — Equipos +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Trabajo individual, breve contraste conceptual y cierre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Ficha HADA puntuada, sumas por perfil y diagrama personal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Glosario, ficha HADA completa, cuatro sumas comprobadas, diagrama o registro equivalente y ticket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Activación y conexión con la torre: Proyecta o lee: En H0 no vamos a elegir equipos por amistad ni al azar y darlos por definitivos.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5–12 min — Scrum mínimo mediante la torre: Dibuja un tablero con cuatro columnas: Pendiente, En curso, Hecho, Bloqueado.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12–17 min — Presentación prudente de HADA: Di literalmente: HADA no descubre quién eres ni decide lo que puedes hacer.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17–21 min — Demostración de una fila: Inventa cuatro afirmaciones neutrales que no estén en el cuestionario, por ejemplo: Prefiero iniciar / acompañar / imaginar / comprobar.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21–31 min — Cumplimentación individual: Da diez minutos de silencio de trabajo.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31–38 min — Cálculo y diagrama: Pide sumar las columnas y comprobar: ¿Cada suma está entre 6 y 24?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38–42 min — Interpretación formativa: Cada persona completa de forma privada: Una contribución que creo que puedo aportar al principio...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42–45 min — Ticket y recogida: Ticket individual: ¿Por qué una puntuación HADA no basta para decidir una función permanente?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Scrum mínimo para la torre: Usa definiciones funcionales, no una exposición histórica: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Término — Significado operativo en H0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Sprint — Periodo limitado en el que el equipo intenta producir una torre comprobable.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Backlog — Lista ordenada y visible del trabajo necesario.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Tarea — Unidad concreta que puede empezar, terminar y comprobarse.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Bloqueo — Obstáculo que impide avanzar y debe hacerse visible.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Prueba — Acción que aporta evidencia frente a un criterio.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Review — Inspección del producto: qué se consiguió y qué cumple.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Retrospectiva — Inspección del proceso: cómo trabajó el equipo y qué cambiará.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presentes Scrum como una lista de reuniones. La idea central es: hacer visible el trabajo, producir algo comprobable, inspeccionarlo y adaptar el siguiente intento.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Mecánica exacta de HADA: El instrumento contiene seis filas, A–F, con cuatro afirmaciones por fila. En cada fila deben repartirse las puntuaciones 4, 3, 2 y 1 sin repetir: 4: corresponde con precisión, 3: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corresponde bastante, 2: corresponde parcialmente;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1: corresponde muy poco.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Las columnas son siempre: Gestor, Colaborador, Desarrollador, Analista.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Se suman verticalmente las seis puntuaciones de cada columna.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Comprobaciones matemáticas: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Mínimo por perfil: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Máximo por perfil: 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Suma de los cuatro perfiles: 60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No uses intervalos alto/medio/bajo: el documento de Tknika no los establece. Si dos columnas empatan, se conservan ambas; no fuerces un perfil dominante.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Lectura del diagrama: El diagrama combina dos tensiones: orientación a objetivos ↔ orientación a relaciones interpersonales, continuidad ↔ cambio.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Los cuadrantes son: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Cuadrante — Combinación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Gestor — Objetivos + cambio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Desarrollador — Relaciones + cambio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Deja visible antes de comenzar: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S202 — Scrum mínimo + HADA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Reto H0: diseñar un equipo, probarlo con una torre y mejorarlo.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HADA = hipótesis de contribución, no etiqueta ni nota.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Cada fila: usar 4, 3, 2 y 1 una sola vez.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Comprobación: cada columna 6–24; total de las cuatro = 60.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En otra zona reserva espacio para: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Sprint | Backlog | Bloqueo | Review | Retrospectiva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Acuerdo de funciones — responsable, sustituto, razón basada en aporte o aprendizaje y conducta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Regla de participación — impedir que una sola persona diseñe o construya toda la torre.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1 — 6 hojas A4 reutilizadas, tijeras y regla, sin conectores.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2 — solicitar material adicional solo tras justificar problema, cambio previsto y prueba esperada.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Reto — torre autoportante dentro de 25 × 25 cm; carga aproximada de 50 g durante 60 segundos.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Backlog — al menos seis tareas comprobables, con prioridad y criterio de Hecho.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Definición de terminado y bloqueo probable — indicar cómo se harán visibles.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Defensa — explicar capacidad a compensar, función, conducta observable y criterio de terminado.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Cierre individual — Mi responsabilidad inicial; conducta observable; tarea compartida; condición para revisar la función.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alumnado diferencia review y retrospectiva;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fila HADA contiene 4, 3, 2 y 1 sin repetición;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perfil suma entre 6 y 24;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cuatro columnas suman 60;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se han publicado puntuaciones nominales;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persona entiende que el resultado es provisional;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docente dispone de información suficiente para proponer equipos antes de S203.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La condición para revisar la función después de la torre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584448"/>
            <a:ext cx="10607040" cy="21488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Mi responsabilidad inicial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conducta observable que demostrará que la cumplo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tarea compartida en la que también participaré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