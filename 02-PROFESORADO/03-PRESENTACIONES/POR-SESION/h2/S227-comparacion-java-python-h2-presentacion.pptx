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control de flujo entre Java y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El objetivo es comparar ideas: bucle, decisión y entrada.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Mostrar while en Java y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versión Python generada o guiada y señalar equivalencias.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¿dónde está el equivalente del while?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comparación busca comprensión, no memorizar 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Mostrar while en Java y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Señalar equivalencias entre ambas versiones.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H2.12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¿dónde está el equivalente del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