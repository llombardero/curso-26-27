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Comparación Java-Python H2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227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Comparar control de flujo entre Java y Python.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docs/comparacion-java-python-h2.md.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227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El objetivo es comparar ideas: bucle, decisión y entrada.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Mostrar while en Java y Python.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Analizar versión Python generada o guiada y señalar equivalencias.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¿dónde está el equivalente del while?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227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La comparación busca comprensión, no memorizar Python.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Mostrar while en Java y Python.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227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Señalar equivalencias entre ambas versiones.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docs/comparacion-java-python-h2.md.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227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docs/comparacion-java-python-h2.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227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227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¿dónde está el equivalente del while?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