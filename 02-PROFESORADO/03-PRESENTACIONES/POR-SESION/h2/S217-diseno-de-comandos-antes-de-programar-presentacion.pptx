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147C88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SESIÓN 217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Diseño de comandos antes de programar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H2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Investigar — aprender lo necesario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965192"/>
            <a:ext cx="1024128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D2D9E4"/>
                </a:solidFill>
                <a:latin typeface="Aptos"/>
              </a:defRPr>
            </a:pPr>
            <a:r>
              <a:t>Equipo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217 · H2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Definir comportamiento comprobable.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Tabla de comandos con respuesta esperada.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217 · H2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5–13 min — Explicación breve: Antes de programar hay que saber qué debe ocurrir con cada comando.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Tabla comando-respuesta.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Completar tabla de comandos: ayuda, saluda, estado, salir, otro.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40–45 min — Cierre: Revisar si todos los comandos tienen criterio de aceptación.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217 · H2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147C88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Un comando está bien definido si se puede probar.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147C88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Tabla comando-respuesta.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217 · H2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147C88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Completar comandos ayuda, saluda, estado, salir, otro.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147C88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Tabla de comandos con respuesta esperada.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217 · H2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217 · H2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147C88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Revisar si todos los comandos tienen criterio de aceptación.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