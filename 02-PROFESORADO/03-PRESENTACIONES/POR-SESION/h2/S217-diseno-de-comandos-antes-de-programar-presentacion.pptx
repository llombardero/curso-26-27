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Diseño de comandos antes de programar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Definir comportamiento comprobable.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Tabla de comandos con respuesta esperada.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Completar tabla de comandos: ayuda, saluda, estado, salir, otro.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 comando está bien definido si se puede probar.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Tabla comando-respuesta.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Tabla de comandos con respuesta esperada.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si todos los comandos tienen criterio de aceptación.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