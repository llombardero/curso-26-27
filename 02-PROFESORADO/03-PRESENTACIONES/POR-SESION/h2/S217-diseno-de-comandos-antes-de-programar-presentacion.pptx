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Diseño de comandos antes de programar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comportamiento comprobable.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de comandos con respuesta esperada.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Antes de programar hay que saber qué debe ocurrir con cada comando.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Tabla comando-respuesta.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tabla de comandos: ayuda, saluda, estado, salir, otro.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todos los comandos tienen criterio de aceptación.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comando está bien definido si se puede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Tabla comando-respuesta.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comandos ayuda, saluda, estado, salir, otro.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de comandos con respuesta esperada.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Tabla de comandos con respuesta esperada.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todos los comandos tienen criterio de aceptación.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