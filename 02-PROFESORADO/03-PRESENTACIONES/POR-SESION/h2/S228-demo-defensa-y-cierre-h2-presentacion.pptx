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Demo, defensa y cierre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menú, pruebas y depuración.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H2 y README actualizado; diario/Scrum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H2 se supera si el menú funciona, se prueba, se depura y se defiende.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modificando un comando en directo.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por equipo y defensa individual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Lista de condiciones para poder empezar H3.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defensa puede pedir modificar un comando en directo.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modificando un comando en directo.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H2 y README actualizado; diario/Scrum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Lista de condiciones para poder empezar H3.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