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Demo, defensa y cierre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Validar menú, pruebas y depuración.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Defensa H2 y README actualizado; diario/Scrum solo si el uso de IA fue significativo.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H2 se supera si el menú funciona, se prueba, se depura y se defiende.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Defensa modelo modificando un comando en directo.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 por equipo y defensa individual breve.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Lista de condiciones para poder empezar H3.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defensa puede pedir modificar un comando en directo.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Defensa modelo modificando un comando en directo.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Demo y defensa.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Defensa H2 y README actualizado; diario/Scrum solo si el uso de IA fue significativo.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228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Lista de condiciones para poder empezar H3.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