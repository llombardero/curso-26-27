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Condicionales if/else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Ejecutar una respuesta según comando.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Menú parcial funcional.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condicional permite ejecutar una rama u otra según una condición.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Rama para ayuda, estado y else.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ayuda, estado y comando desconocido.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rama se ejecuta con un comando inventado?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if, else if, else y orden de evaluación.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Rama para ayuda, estado y else.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tres comandos.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Menú parcial funcional.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rama se ejecuta con un comando inventado?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