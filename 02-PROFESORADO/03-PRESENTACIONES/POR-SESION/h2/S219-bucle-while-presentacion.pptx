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147C88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Bucle while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H2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Investigar — aprender lo necesario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Individual → puesta en común en 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219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Repetir lectura de comandos.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Programa que repite prompt &gt;.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219 · H2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while repite mientras una condición sea verdadera.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Dibuja el ciclo: comprobar condición → ejecutar → volver a comprobar.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Implementar bucle que pide comandos hasta una condición.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Dibujar el flujo del bucle en pizarra o cuaderno.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219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147C88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Estructura while (running) y flujo de repetición.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147C88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Dibuja el ciclo: comprobar condición → ejecutar → volver a comprobar.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219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Crear prompt repetido &gt;.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Programa que repite prompt &gt;.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219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219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147C88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Dibujar el flujo del bucle en pizarra o cuaderno.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