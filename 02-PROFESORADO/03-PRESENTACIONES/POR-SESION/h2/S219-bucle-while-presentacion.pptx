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147C88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H2.4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Bucle while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H2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Investigar — aprender lo necesario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965192"/>
            <a:ext cx="1024128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D2D9E4"/>
                </a:solidFill>
                <a:latin typeface="Aptos"/>
              </a:defRPr>
            </a:pPr>
            <a:r>
              <a:t>Individual → puesta en común en equipo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H2.4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Repetir lectura de comandos.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Programa que repite prompt &gt;.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H2.4 · H2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while repite mientras una condición sea verdadera.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Dibuja el ciclo: comprobar condición → ejecutar → volver a comprobar.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Implementar bucle que pide comandos hasta una condición.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Dibujar el flujo del bucle en pizarra o cuaderno.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H2.4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147C88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Estructura while (running) y flujo de repetición.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147C88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Dibuja el ciclo: comprobar condición → ejecutar → volver a comprobar.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H2.4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147C88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Crear prompt repetido &gt;.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147C88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Programa que repite prompt &gt;.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H2.4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H2.4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147C88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Dibujar el flujo del bucle en pizarra o cuaderno.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