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Comparación de textos en Java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H2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221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Evitar el error de usar == con cadenas.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Comandos funcionan con espacios o mayúsculas si se decide soportarlo.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221 · H2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En Java los textos se comparan con .equals(), no con ==.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Mostrar fallo típico de == y corrección con .equals().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Corregir comparación de comandos y normalizar entrada.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Microdefensa: explicar por qué no usamos ==.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221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.equals(), trim() y toLowerCase().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Mostrar fallo típico de == y corrección con .equals().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221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Normalizar comando con trim().toLowerCase().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Comandos funcionan con espacios o mayúsculas si se decide soportarlo.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221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Comandos funcionan con espacios o mayúsculas si se decide soportarlo.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221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Microdefensa: explicar por qué no usamos ==.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