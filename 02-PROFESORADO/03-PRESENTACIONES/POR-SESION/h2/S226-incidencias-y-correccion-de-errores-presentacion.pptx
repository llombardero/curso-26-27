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Incidencias y corrección de errores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Documentar un fallo real y su solución.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Depuración H2.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226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Una incidencia documenta problema, causa, solución y verificación.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Incidencia típica: salir no termina porque no cambia running.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Registrar un error encontrado, causa, solución y prueba posterior.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Compartir una incidencia útil con la clase.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Una incidencia no es un fracaso; es evidencia de aprendizaje.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Incidencia típica: salir no termina porque no cambia running.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Documentar un error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README, sección Depuración H2.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Compartir una incidencia útil con la clase.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