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manuales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Comprobar comportamiento antes de entregar.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docs/pruebas-h2.md.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Probar es comparar resultado esperado con resultado obtenido.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Caso: entrada ayuda, esperado: lista de comandos.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plan de pruebas para todos los comandos.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Ejecutar al menos un caso delante de otro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Caso de prueba, entrada, resultado esperado, resultado obtenido e incidencia.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Caso: entrada ayuda, esperado: lista de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tabla de pruebas H2.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docs/pruebas-h2.md.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docs/pruebas-h2.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al menos un caso delante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