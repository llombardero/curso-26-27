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Pruebas manuales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H2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224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147C88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147C88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Comprobar comportamiento antes de entregar.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147C88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147C88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docs/pruebas-h2.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224 · H2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Crear plan de pruebas para todos los comandos.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224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147C88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Caso de prueba, entrada, resultado esperado, resultado obtenido e incidencia.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147C88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Caso: entrada ayuda, esperado: lista de comandos.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224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docs/pruebas-h2.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224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Ejecutar al menos un caso delante de otro equipo.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147C88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Trabaja únicamente con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escribas contraseñas, tokens, claves API ni datos personales.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Si utilizas IA en un uso permitido, registra qué pediste, qué recibiste, qué cambiaste y cómo lo comprobaste.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