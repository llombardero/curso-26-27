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Booleanos y variable 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Controlar si el programa sigue o termina.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preparado para repetir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Añadir variable de control al programa.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Variable boolean running = true.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boolean running = true; y cambio a false.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preparado para repetir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¿cuándo debe cambiar running a false?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