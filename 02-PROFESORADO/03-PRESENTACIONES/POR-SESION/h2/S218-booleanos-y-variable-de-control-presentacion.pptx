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Booleanos y variable de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H2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→ puesta en común en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Controlar si el programa sigue o termina.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Código preparado para repetir ejecución.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booleano representa verdadero/falso; servirá para controlar el bucle.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boolean running = true; y cambio a false.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Añadir variable de control al programa.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¿cuándo debe cambiar running a false?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Variable boolean running = true.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147C88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boolean running = true; y cambio a false.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Añadir variable running.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147C8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Código preparado para repetir ejecución.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147C8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14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218 ·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147C88"/>
          </a:solidFill>
          <a:ln>
            <a:solidFill>
              <a:srgbClr val="14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¿cuándo debe cambiar running a false?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