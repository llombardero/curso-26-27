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Booleanos y variable de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→ puesta en común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Controlar si el programa sigue o termina.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Código preparado para repetir ejecución.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H2.3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 booleano representa verdadero/falso; servirá para controlar el bucle.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boolean running = true; y cambio a false.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Añadir variable de control al programa.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¿cuándo debe cambiar running a false?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Variable boolean running =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boolean running = true; y cambio a false.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Añadir variable running.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Código preparado para repetir ejecución.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¿cuándo debe cambiar running a false?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