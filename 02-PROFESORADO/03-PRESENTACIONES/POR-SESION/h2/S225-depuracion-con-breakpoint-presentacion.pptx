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Depuración con breakpoint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Observar el programa mientras se ejecuta.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docs/depuracion-h2 con captura o descripción.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Poner breakpoint tras leer command y observar command, running, userName.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Breakpoint, variables observadas y ejecución paso a paso.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Breakpoint después de leer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docs/depuracion-h2 con captura o descripción.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valor tenía command antes de entrar en el condicional?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