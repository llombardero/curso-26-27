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147C88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H2.10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Depuración con breakpoint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H2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Ejecutar — crear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4965192"/>
            <a:ext cx="10241280" cy="5943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700" b="0">
                <a:solidFill>
                  <a:srgbClr val="D2D9E4"/>
                </a:solidFill>
                <a:latin typeface="Aptos"/>
              </a:defRPr>
            </a:pPr>
            <a:r>
              <a:t>Individual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H2.10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Observar el programa mientras se ejecuta.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README, sección Depuración H2 con captura o descripción.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H2.10 · H2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5–13 min — Explicación breve: Depurar permite ver valores internos mientras el programa se ejecuta.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Breakpoint después de leer command.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Poner breakpoint tras leer command y observar command, running, userName.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40–45 min — Cierre: ¿qué valor tenía command antes de entrar en el condicional?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MAPA DEL DEPURADOR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Depurar en IntelliJ: observar antes de decidir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H2.10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3504" y="1298448"/>
            <a:ext cx="6537960" cy="4773168"/>
          </a:xfrm>
          <a:prstGeom prst="roundRect">
            <a:avLst/>
          </a:prstGeom>
          <a:solidFill>
            <a:srgbClr val="121824"/>
          </a:solidFill>
          <a:ln>
            <a:solidFill>
              <a:srgbClr val="1218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1508760"/>
            <a:ext cx="5303520" cy="2926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B5C0D0"/>
                </a:solidFill>
                <a:latin typeface="Aptos"/>
              </a:defRPr>
            </a:pPr>
            <a:r>
              <a:t>Main.java   ▶  Debug   ↷  Step Over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2057400"/>
            <a:ext cx="5623560" cy="32004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command = scanner.nextLine();</a:t>
            </a:r>
            <a:br/>
            <a:r>
              <a:t>●  if (command.equals("exit")) {</a:t>
            </a:r>
            <a:br/>
            <a:r>
              <a:t>       running = false;</a:t>
            </a:r>
            <a:br/>
            <a:r>
              <a:t>   }</a:t>
            </a:r>
            <a:br/>
            <a:r>
              <a:t>userName = memory.getUserName();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88352" y="1298448"/>
            <a:ext cx="4169663" cy="4773168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62672" y="1554480"/>
            <a:ext cx="3611880" cy="3200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1">
                <a:solidFill>
                  <a:srgbClr val="147C88"/>
                </a:solidFill>
                <a:latin typeface="Aptos"/>
              </a:defRPr>
            </a:pPr>
            <a:r>
              <a:t>VARIABLES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62672" y="2057400"/>
            <a:ext cx="3493008" cy="15087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1C2330"/>
                </a:solidFill>
                <a:latin typeface="Aptos"/>
              </a:defRPr>
            </a:pPr>
            <a:r>
              <a:t>command  = ____</a:t>
            </a:r>
            <a:br/>
            <a:r>
              <a:t>running  = ____</a:t>
            </a:r>
            <a:br/>
            <a:r>
              <a:t>userName = ____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62672" y="3886200"/>
            <a:ext cx="3493008" cy="1554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586270"/>
                </a:solidFill>
                <a:latin typeface="Aptos"/>
              </a:defRPr>
            </a:pPr>
            <a:r>
              <a:t>4. Observa command, running y userName en Variables</a:t>
            </a:r>
            <a:br/>
            <a:r>
              <a:t>5. Guarda captura o descripción en docs/depuracion-h2.md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H2.10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813816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147C88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5943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Coloca el breakpoint después de leer command.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2295144"/>
            <a:ext cx="10835640" cy="813816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2441448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147C88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2404872"/>
            <a:ext cx="9464040" cy="5943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Inicia el programa en modo Debug e introduce un dato ficticio.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3282696"/>
            <a:ext cx="10835640" cy="813816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0392" y="3429000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147C88"/>
                </a:solidFill>
                <a:latin typeface="Aptos"/>
              </a:defRPr>
            </a:pPr>
            <a:r>
              <a:t>PASO 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64208" y="3392424"/>
            <a:ext cx="9464040" cy="5943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Avanza paso a paso hasta antes del condicional.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4270248"/>
            <a:ext cx="10835640" cy="813816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0392" y="4416552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147C88"/>
                </a:solidFill>
                <a:latin typeface="Aptos"/>
              </a:defRPr>
            </a:pPr>
            <a:r>
              <a:t>PASO 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64208" y="4379976"/>
            <a:ext cx="9464040" cy="5943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Observa command, running y userName y registra sus valores.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5257800"/>
            <a:ext cx="10835640" cy="813816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0392" y="5404104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147C88"/>
                </a:solidFill>
                <a:latin typeface="Aptos"/>
              </a:defRPr>
            </a:pPr>
            <a:r>
              <a:t>PASO 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64208" y="5367528"/>
            <a:ext cx="9464040" cy="5943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Guarda una captura o descripción comprobable en docs/depuracion-h2.md.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H2.10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El breakpoint está situado después de leer command.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La ejecución se ha iniciado en modo Debug con datos ficticios.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Se han observado y registrado command, running y userName.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docs/depuracion-h2.md contiene una captura o descripción comprobable.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explicar qué reveló la depuración antes del condicional.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H2.10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171907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Trabaja únicamente con datos ficticios.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171907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escribas contraseñas, tokens, claves API ni datos personales.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3904487"/>
            <a:ext cx="237744" cy="1719072"/>
          </a:xfrm>
          <a:prstGeom prst="roundRect">
            <a:avLst/>
          </a:prstGeom>
          <a:solidFill>
            <a:srgbClr val="B1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Si utilizas IA en un uso permitido, registra qué pediste, qué recibiste, qué cambiaste y cómo lo comprobaste.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79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904487"/>
            <a:ext cx="237744" cy="1719072"/>
          </a:xfrm>
          <a:prstGeom prst="round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4847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Los ejemplos de Laura solo se consultan después del intento propio.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H2.10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147C88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¿qué valor tenía command antes de entrar en el condicional?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