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Depuración con breakpoint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225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Observar el programa mientras se ejecuta.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README, sección Depuración H2 con captura o descripción.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225 · H2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Depurar permite ver valores internos mientras el programa se ejecuta.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Breakpoint después de leer command.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Poner breakpoint tras leer command y observar command, running, userName.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¿qué valor tenía command antes de entrar en el condicional?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MAPA DEL DEPURADOR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Depurar en IntelliJ: observar antes de decidir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225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298448"/>
            <a:ext cx="6537960" cy="4773168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08760"/>
            <a:ext cx="5303520" cy="2926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B5C0D0"/>
                </a:solidFill>
                <a:latin typeface="Aptos"/>
              </a:defRPr>
            </a:pPr>
            <a:r>
              <a:t>Main.java   ▶  Debug   ↷  Step 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057400"/>
            <a:ext cx="5623560" cy="32004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command = scanner.nextLine();</a:t>
            </a:r>
            <a:br/>
            <a:r>
              <a:t>●  if (command.equals("exit")) {</a:t>
            </a:r>
            <a:br/>
            <a:r>
              <a:t>       running = false;</a:t>
            </a:r>
            <a:br/>
            <a:r>
              <a:t>   }</a:t>
            </a:r>
            <a:br/>
            <a:r>
              <a:t>userName = memory.getUserName();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88352" y="1298448"/>
            <a:ext cx="4169663" cy="477316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554480"/>
            <a:ext cx="3611880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1">
                <a:solidFill>
                  <a:srgbClr val="147C88"/>
                </a:solidFill>
                <a:latin typeface="Aptos"/>
              </a:defRPr>
            </a:pPr>
            <a:r>
              <a:t>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2057400"/>
            <a:ext cx="3493008" cy="15087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1C2330"/>
                </a:solidFill>
                <a:latin typeface="Aptos"/>
              </a:defRPr>
            </a:pPr>
            <a:r>
              <a:t>command  = ____</a:t>
            </a:r>
            <a:br/>
            <a:r>
              <a:t>running  = ____</a:t>
            </a:r>
            <a:br/>
            <a:r>
              <a:t>userName = 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3886200"/>
            <a:ext cx="3493008" cy="1554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586270"/>
                </a:solidFill>
                <a:latin typeface="Aptos"/>
              </a:defRPr>
            </a:pPr>
            <a:r>
              <a:t>4. Observa command, running y userName en Variables</a:t>
            </a:r>
            <a:br/>
            <a:r>
              <a:t>5. Guarda captura o descripción en docs/depuracion-h2.md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225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Coloca el breakpoint después de leer command.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95144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404872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Inicia el programa en modo Debug e introduce un dato ficticio.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82696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429000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392424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Avanza paso a paso hasta antes del condicional.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70248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416552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379976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Observa command, running y userName y registra sus valores.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257800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5404104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5367528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Guarda una captura o descripción comprobable en docs/depuracion-h2.md.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225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El breakpoint está situado después de leer command.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La ejecución se ha iniciado en modo Debug con datos ficticios.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Se han observado y registrado command, running y userName.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docs/depuracion-h2.md contiene una captura o descripción comprobable.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Puedo explicar qué reveló la depuración antes del condicional.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225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225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valor tenía command antes de entrar en el condicional?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