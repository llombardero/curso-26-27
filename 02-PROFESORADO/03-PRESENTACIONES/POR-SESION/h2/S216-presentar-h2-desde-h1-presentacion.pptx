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H2 desde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Entender la diferencia entre programa lineal e interactivo.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Tabla H1 frente a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Comparar salida H1 con comportamiento esperado H2.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H2 añade menú, comandos y repetición hasta salir.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Ejecuta una salida H1 y pregunta por qué termina.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Tabla H1 frente a H2.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necesitamos para que el programa no termine?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