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switch como alternativa controlada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223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Cubrir conceptos del Tema 3 que no siempre aparecen en el menú principal.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Archivo breve docs/refuerzo-bucles-h2.md o apartado en pruebas H2 con código, explicación y una pregunta de eficiencia.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223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switch puede ser más legible cuando hay muchas opciones exactas.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Reescribir dos comandos con switch.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Resolver tres mini-ejercicios: pedir una opción al menos una vez con do-while, repetir 5 mensajes con for y comparar una búsqueda simple con una búsqueda repetida dentro de otro bucle.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¿cuándo elegirías for en vez de while?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223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Diferencia entre while, do-while y for; condición de salida; riesgo de bucle infinito; uso razonado de break y continue; eficiencia básica.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Reescribir dos comandos con switch.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223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Comparar if/else y switch y elegir.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Archivo breve docs/refuerzo-bucles-h2.md o apartado en pruebas H2 con código, explicación y una pregunta de eficiencia.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223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Archivo breve docs/refuerzo-bucles-h2 o apartado en pruebas H2 con código, explicación y una pregunta de eficiencia.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223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223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¿cuándo elegirías for en vez de while?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