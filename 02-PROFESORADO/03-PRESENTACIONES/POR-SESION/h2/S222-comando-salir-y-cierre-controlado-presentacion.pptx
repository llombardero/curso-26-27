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salir y cierre controlado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Terminar el programa correctamente.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El programa termina solo cuando se escribe salir.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salir modificando running.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Salida controlada, mensaje final y cambio de estado.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running = false dentro de la rama salir.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El programa termina solo cuando se escribe salir.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Prueba oral: ¿qué línea provoca la salida?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