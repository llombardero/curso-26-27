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Defensa individual C2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C2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F4F9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F4F9A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Verificar comprensión individual.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F4F9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F4F9A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Registro de defensa individual.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Preguntas sobre clases, interfaces, refactorización, commits y pruebas.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F4F9A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evidencia de equipo no sustituye la defensa individual.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F4F9A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Preguntas sobre Agent, Memory, Tool, Git y pruebas.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Registro de defensa individual.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Proyector solo si habrá demostración colectiva; la defensa puede realizarse directamente en 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Marcar recuperación o mejora.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F4F9A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