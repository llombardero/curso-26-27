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F4F9A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Defensa individual 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C2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276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Verificar comprensión individual.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Registro de defensa individual.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276 · C2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defensa individual valida lo que cada persona entiende del trabajo grupal.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Preguntas sobre Agent, Memory, Tool, Git y pruebas.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Preguntas sobre clases, interfaces, refactorización, commits y pruebas.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Marcar recuperación o mejora.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276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F4F9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evidencia de equipo no sustituye la defensa individual.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F4F9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Preguntas sobre Agent, Memory, Tool, Git y pruebas.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276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F4F9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Defensa individual.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F4F9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Registro de defensa individual.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276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276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F4F9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276 ·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F4F9A"/>
          </a:solidFill>
          <a:ln>
            <a:solidFill>
              <a:srgbClr val="6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Marcar recuperación o mejora.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