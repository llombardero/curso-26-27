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individual 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Verificar comprensión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Registro de defensa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defensa individual valida lo que cada persona entiende del trabajo grupal.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 sobre Agent, Memory, Tool, Git y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Preguntas sobre clases, interfaces, refactorización, commits y pruebas.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Marcar recuperación o mejora.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evidencia de equipo no sustituye la 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 sobre Agent, Memory, Tool, Git y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Registro de defensa individual.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Registro de defensa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Marcar recuperación o mejora.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