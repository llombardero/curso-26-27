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 →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Recuperar evidencias incompletas.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Evidencia de recuperación.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Recuperar es demostrar el RA pendiente con una evidencia concreta.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Si falla POO, extraer una clase pequeña; si falla Git, explicar commits.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Tarea individual dirigida según carencia.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Validación rápida con pregunta técnica.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Recuperar no es repetir todo; es demostrar el RA pendiente.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Si falla POO, extraer una clase pequeña; si falla Git, explicar commits.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Tarea individual dirigida.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Evidencia de recuperación.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Evidencia de recuperación.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Validación rápida con pregunta técnica.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