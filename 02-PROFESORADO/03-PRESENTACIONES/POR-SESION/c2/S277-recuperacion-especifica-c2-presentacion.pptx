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Recuperación específica C2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C2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277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F4F9A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F4F9A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Recuperar evidencias incompletas.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F4F9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F4F9A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Evidencia de recuperación.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277 · C2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Tarea individual dirigida según carencia.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277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F4F9A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Recuperar no es repetir todo; es demostrar el RA pendiente.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F4F9A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Si falla POO, extraer una clase pequeña; si falla Git, explicar commits.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277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Evidencia de recuperación.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Proyector solo si habrá demostración colectiva; la defensa puede realizarse directamente en el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277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Validación rápida con pregunta técnica.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F4F9A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