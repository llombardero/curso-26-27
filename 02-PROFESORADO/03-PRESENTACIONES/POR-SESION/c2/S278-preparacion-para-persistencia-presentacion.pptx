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F4F9A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Preparación para persistencia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C2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Activar — entender el reto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278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Anticipar H6.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Boceto de persistencia H6.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278 · C2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La persistencia permite que la memoria sobreviva entre ejecuciones.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Cerrar el programa y perder recuerdos.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Diseñar qué debe guardarse en disco.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riesgos aparecen al guardar datos?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278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F4F9A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La memoria temporal desaparece al cerrar; la persistencia resuelve eso.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F4F9A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Cerrar el programa y perder recuerdos.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278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F4F9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Diseñar qué datos guardar.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F4F9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Boceto de persistencia H6.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278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278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278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F4F9A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riesgos aparecen al guardar datos?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