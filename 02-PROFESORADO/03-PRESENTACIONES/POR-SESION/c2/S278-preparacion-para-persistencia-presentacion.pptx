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Preparación para persistencia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Anticipar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Boceto de persistencia 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persistencia permite que la memoria sobreviva entre ejecuciones.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Cerrar el programa y perder recuerdos.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qué debe guardarse en disco.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riesgos aparecen al guardar datos?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memoria temporal desaparece al cerrar; la persistencia resuelve eso.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Cerrar el programa y perder recuerdos.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qué datos guardar.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Boceto de persistencia H6.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riesgos aparecen al guardar datos?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