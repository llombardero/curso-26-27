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F4F9A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Revisión técnica H4-H5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C2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 → comprobación 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275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Consolidar POO y extensibilidad.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Checklist C2.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275 · C2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Antes de persistir datos hay que tener diseño entendible.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Checklist de clases, herramientas, README, Git y pruebas.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Revisión de clases, herramientas, README, Git y pruebas.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Identificar RA pendientes por alumno/a.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275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F4F9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Antes de persistir datos, el diseño debe ser entendible.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F4F9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Checklist de clases, herramientas, README, Git y pruebas.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275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F4F9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Revisión global.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F4F9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Checklist C2.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275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275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275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F4F9A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Identificar aprendizajes pendientes por alumno/a.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