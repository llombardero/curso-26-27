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Representar diseño en UML básico.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docs/diagrama-clases-h4.md versión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UML básico ayuda a comunicar diseño.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Caja con nombre, atributos y métodos.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diagrama de clases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diagrama coincide con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Clase, atributo, método y relación en diagrama.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Caja con nombre, atributos y métodos.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Main, Agent,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docs/diagrama-clases-h4.md versión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docs/diagrama-clases-h4 versión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diagrama coincide con el código.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