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Diagrama de clases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Representar diseño en UML básico.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junto al código y al diagrama de clases versión inicial.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UML básico ayuda a comunicar diseño.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Caja con nombre, atributos y métodos.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Dibujar diagrama de clases actual.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Revisar si el diagrama coincide con 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Clase, atributo, método y relación en diagrama.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Caja con nombre, atributos y métodos.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Dibujar Main, Agent,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junto al código y al diagrama de clases versión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H4.9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Revisar si el diagrama coincide con el código.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