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H4: por qué necesitamos 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Motivar POO desde un problema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problemas del código H3.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POO aparece porque el código en Main mezcla demasiadas responsabilidades.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en H3 partes de entrada, menú, memoria y salida mezcladas.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H3 y marcar responsabilidades mezcladas.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responsabilidades distintas aparecen en nuestro programa?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en Main empieza a ser difícil de mantener.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en H3 partes de entrada, menú, memoria y salida mezcladas.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Marcar responsabilidades con colores.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problemas del código H3.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responsabilidades distintas aparecen en nuestro programa?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