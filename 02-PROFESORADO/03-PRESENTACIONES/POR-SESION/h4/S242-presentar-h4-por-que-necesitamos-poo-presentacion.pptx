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H4: por qué necesitamos 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Motivar POO desde un problema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Lista de problemas del código H3.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H3 y marcar responsabilidades mezcladas.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Todo en Main empieza a ser difícil de mantener.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Señala en H3 partes de entrada, menú, memoria y salida mezcladas.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problemas del código H3.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responsabilidades distintas aparecen en nuestro programa?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