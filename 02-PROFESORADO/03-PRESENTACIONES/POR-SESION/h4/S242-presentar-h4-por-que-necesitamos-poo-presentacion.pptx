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694B9D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242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Presentar H4: por qué necesitamos POO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H4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Activar — entender el reto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4965192"/>
            <a:ext cx="1024128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D2D9E4"/>
                </a:solidFill>
                <a:latin typeface="Aptos"/>
              </a:defRPr>
            </a:pPr>
            <a:r>
              <a:t>Equipo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242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Motivar POO desde un problema real.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Lista de problemas del código H3.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242 · H4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5–13 min — Explicación breve: La POO aparece porque el código en Main mezcla demasiadas responsabilidades.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Señala en H3 partes de entrada, menú, memoria y salida mezcladas.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Revisar H3 y marcar responsabilidades mezcladas.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40–45 min — Cierre: ¿qué responsabilidades distintas aparecen en nuestro programa?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242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694B9D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Todo en Main empieza a ser difícil de mantener.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694B9D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Señala en H3 partes de entrada, menú, memoria y salida mezcladas.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242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694B9D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Marcar responsabilidades con colores.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694B9D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Lista de problemas del código H3.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242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Pueden explicar qué están intentando conseguir.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Registran una decisión, prueba o bloqueo; no muestran solo el resultado final.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Todas las personas pueden describir su aportación.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Comprueban el producto con un criterio observable.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usan datos personales, credenciales ni respuestas de ejemplo antes del intento propio.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242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242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694B9D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¿qué responsabilidades distintas aparecen en nuestro programa?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