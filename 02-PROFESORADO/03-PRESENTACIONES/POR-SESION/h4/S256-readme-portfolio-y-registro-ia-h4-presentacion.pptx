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README, portfolio y registro IA H4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Documentar diseño OO.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 H4, portfolio y registro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En H4 hay que documentar diseño, no solo ejecución.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Sección README: clases principales y responsabilidades.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Actualizar README, portfolio y registro IA.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Otro equipo revisa si entiende el diseño leyendo el README.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README debe explicar clases principales y cómo ejecutar.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Sección README: clases principales y responsabilidades.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Actualizar documentación.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 H4, portfolio y registro 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He producido o actualizado: README H4, portfolio y registro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señalar dónde está.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explicar una decisión tomada.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mostrar una prueba o comprobación.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He registrado mi aportación individual si el trabajo era de equipo.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Otro equipo revisa si entiende el diseño leyendo el README.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