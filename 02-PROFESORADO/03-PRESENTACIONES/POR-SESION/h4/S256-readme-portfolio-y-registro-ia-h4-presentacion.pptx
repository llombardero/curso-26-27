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README, portfolio y registro IA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Documentar diseño 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README H4, portfolio y registro 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Actualizar README, portfolio y registro IA.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README debe explicar clases principales y cómo ejecutar.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Sección README: clases principales y responsabilidades.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H4, portfolio y registro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Otro equipo revisa si entiende el diseño leyendo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