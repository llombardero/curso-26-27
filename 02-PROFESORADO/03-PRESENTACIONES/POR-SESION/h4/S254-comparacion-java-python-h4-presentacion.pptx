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Comparación Java-Python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Comparar clases Java con clases Python.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docs/comparacion-java-python-h4.md.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Java usa visibilidad formal; Python usa convenciones.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Constructor Java frente a init en Python.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Analizar equivalencias de una clase simple.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diferencia ves en encapsulación?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Visibilidad, constructor y convenciones en ambos lenguajes.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Constructor Java frente a init en Python.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Comparar Memory en ambos lenguajes.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docs/comparacion-java-python-h4.md.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docs/comparacion-java-python-h4.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254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diferencia ves en encapsulación?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