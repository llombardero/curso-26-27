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clases Java con clases Python.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diario individual, como comparación seleccionable.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Java usa visibilidad formal; Python usa convenciones.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Constructor Java frente a init en Python.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equivalencias de una clase simple.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diferencia ves en encapsulación?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Visibilidad, constructor y convenciones en ambos lenguajes.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Constructor Java frente a init en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Memory en ambos lenguajes.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diario individual, como comparación seleccionable.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diferencia ves en encapsulación?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