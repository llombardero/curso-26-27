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Diagrama de comportamiento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H4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252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Explicar un flujo real del agente.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actividad opcional coordinada con Entornos (sin entrega obligatoria de Programación).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252 · H4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Además de estructura, hay que explicar flujo.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Flujo del comando recuerda: usuario → Agent → Memory → respuesta.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Dibujar flujo de recuerda o memoria.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objeto actúa primero y cuál después?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252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Flujo de un comando desde entrada hasta respuesta.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Flujo del comando recuerda: usuario → Agent → Memory → respuesta.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252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Dibujar flujo de un comando.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actividad opcional coordinada con Entornos (sin entrega obligatoria de Programación).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252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252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252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objeto actúa primero y cuál después?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