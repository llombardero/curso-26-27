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252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Diagrama de comportamiento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H4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Ejecutar — crear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Explicar un flujo real del agente.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docs/diagrama-comportamiento-h4.md.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Además de estructura, hay que explicar flujo.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Flujo del comando recuerda: usuario → Agent → Memory → respuesta.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Dibujar flujo de recuerda o memoria.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¿qué objeto actúa primero y cuál después?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Flujo de un comando desde entrada hasta respuesta.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694B9D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Flujo del comando recuerda: usuario → Agent → Memory → respuesta.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Dibujar flujo de un comando.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694B9D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docs/diagrama-comportamiento-h4.md.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docs/diagrama-comportamiento-h4.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694B9D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694B9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252 · H4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694B9D"/>
          </a:solidFill>
          <a:ln>
            <a:solidFill>
              <a:srgbClr val="694B9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objeto actúa primero y cuál después?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