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comportamiento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Explicar un flujo real del agente.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docs/diagrama-comportamiento-h4.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Dibujar flujo de recuerda o memoria.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Flujo de un comando desde entrada hasta respuesta.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Flujo del comando recuerda: usuario → Agent → Memory → 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docs/diagrama-comportamiento-h4.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objeto actúa primero y cuál después?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