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Atributos y métodos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Separar qué sabe y qué hace una clase.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Tabla: clase, atributos, métodos y responsabilidad.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244 · H4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Diseñar tarjeta CRC simple de Agent y Memory.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Atributos como estado; métodos como comportamiento.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En Memory, memories es atributo; remember es método.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Tabla: clase, atributos, métodos y responsabilidad.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Pizarra o una hoja reutilizable para bosquejar antes de modificar el proyecto.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sabe Memory y qué hace Memory?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94B9D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Usa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compartas contraseñas ni claves.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Registra y valida cualquier uso de 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