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Atributos y métodos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qué sabe y qué hace una clase.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Tabla: clase, atributos, métodos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Atributos son datos internos; métodos son acciones que puede realizar el objeto.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En Memory, memories es atributo; remember es método.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tarjeta CRC simple de Agent y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sabe Memory y qué hace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Atributos como estado; métodos como comportamiento.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En Memory, memories es atributo; remember es método.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Tabla de atributos y métodos de Agent y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Tabla: clase, atributos, métodos y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sabe Memory y qué hace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