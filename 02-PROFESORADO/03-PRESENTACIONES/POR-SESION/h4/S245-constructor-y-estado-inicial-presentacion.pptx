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Constructor y estado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Asegurar conceptos del Tema 5 relacionados con programación básica de clases.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Código con constructores sobrecargados y apartado en README/portfolio explicando cuándo se usa cada uno.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245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constructor deja el objeto preparado para usarse.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public Memory() { this.memories = new ArrayList&lt;&gt;(); }.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Añadir a Memory un constructor por defecto y otro que reciba recuerdos iniciales ficticios; documentar con Javadoc una clase y dos métodos públicos.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constructor se ejecuta en tu Main?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Constructor por defecto, constructor con parámetros, sobrecarga, uso de this, estado inicial válido y documentación Javadoc mínima.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public Memory() { this.memories = new ArrayList&lt;&gt;(); }.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Crear constructor de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Código con constructores sobrecargados y apartado en README/portfolio explicando cuándo se usa cada uno.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constructor se ejecuta en tu Main?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