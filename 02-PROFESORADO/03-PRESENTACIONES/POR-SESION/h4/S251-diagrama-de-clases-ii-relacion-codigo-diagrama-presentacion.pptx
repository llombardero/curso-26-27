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clases II: relación código-diagrama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UML inventado.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Relación diagrama-código.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diagrama inventado no sirve; debe corresponder al código.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un atributo del diagrama y localízalo en Java.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relación diagrama-código.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Señalar una relación del diagrama en el código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elemento del diagrama debe poder localizarse en el código o justificarse como diseño pendiente.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un atributo del diagrama y localízalo en 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documento relación diagrama-código.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Relación diagrama-código.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Señalar una relación del diagrama en el código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