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clases II: relación código-diagrama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Evitar UML inventado.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694B9D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694B9D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docs/relacion-diagrama-codigo-h4.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Completar relación diagrama-código.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Todo elemento del diagrama debe poder localizarse en el código o justificarse como diseño pendiente.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694B9D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Señala un atributo del diagrama y localízalo en Java.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docs/relacion-diagrama-codigo-h4.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 · Pizarra o una hoja reutilizable para bosquejar antes de modificar el proyecto.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251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Señalar una relación del diagrama en el código real.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694B9D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