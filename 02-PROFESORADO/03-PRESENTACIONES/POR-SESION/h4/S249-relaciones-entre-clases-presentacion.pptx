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Relaciones entre clases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Equipo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Entender colaboración entre objetos.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Descripción textual de relaciones del diseño.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Los objetos colaboran.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Diagrama simple Main -&gt; Agent -&gt; Memory.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Analizar relación Agent -&gt; Memory.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¿quién debe guardar recuerdos, Agent o Memory?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Un objeto puede usar otro objeto para cumplir su responsabilidad.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Diagrama simple Main -&gt; Agent -&gt;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Describir relaciones del proyecto.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Descripción textual de relaciones del diseño.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249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¿quién debe guardar recuerdos, Agent o Memory?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