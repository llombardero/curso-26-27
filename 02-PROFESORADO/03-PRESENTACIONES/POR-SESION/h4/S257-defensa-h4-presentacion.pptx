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H4.16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Defensa H4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Validar comprensión de POO.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Versión h4-entrega demostrada y decisión de diseño defendida individualmente.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H4.16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Defensa POO exige explicar clases, objetos, responsabilidades y relaciones.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Defensa modelo sobre Memory.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Defensa individual sobre clase, objeto, atributo, método, constructor, encapsulación y relaciones.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Decidir si el equipo está preparado para extensibilidad H5.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En POO se defiende diseño, no solo código que funciona.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Defensa modelo sobre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Defensa individual.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Versión h4-entrega demostrada y decisión de diseño defendida individualmente.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H4.16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Decidir si el equipo está preparado para extensibilidad H5.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