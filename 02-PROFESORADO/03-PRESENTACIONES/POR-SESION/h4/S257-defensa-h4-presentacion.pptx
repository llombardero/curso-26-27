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694B9D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SESIÓN 257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Defensa H4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H4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Comunicar — evaluar y reflexionar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965192"/>
            <a:ext cx="1024128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D2D9E4"/>
                </a:solidFill>
                <a:latin typeface="Aptos"/>
              </a:defRPr>
            </a:pPr>
            <a:r>
              <a:t>Individual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257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Validar comprensión de POO.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Versión h4-entrega demostrada y decisión de diseño defendida individualmente.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257 · H4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0–5 min — Presentar objetivo, producto y evidencia de hoy.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5–13 min — Explicación breve: Defensa POO exige explicar clases, objetos, responsabilidades y relaciones.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13–18 min — Demostración o ejemplo: Defensa modelo sobre Memory.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18–35 min — Trabajo del alumnado: Defensa individual sobre clase, objeto, atributo, método, constructor, encapsulación y relaciones.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35–40 min — Comprobar la evidencia con una explicación o prueba breve.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40–45 min — Cierre: Decidir si el equipo está preparado para extensibilidad H5.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COMPRENDER Y TRANSFERIR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Idea clave y puesta en práctica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257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85232" cy="47365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1168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694B9D"/>
                </a:solidFill>
                <a:latin typeface="Aptos"/>
              </a:defRPr>
            </a:pPr>
            <a:r>
              <a:t>IDEA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330"/>
                </a:solidFill>
                <a:latin typeface="Aptos"/>
              </a:defRPr>
            </a:pPr>
            <a:r>
              <a:t>•  En POO se defiende diseño, no solo código que funciona.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394960" cy="4736592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27632"/>
            <a:ext cx="219456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694B9D"/>
                </a:solidFill>
                <a:latin typeface="Aptos"/>
              </a:defRPr>
            </a:pPr>
            <a:r>
              <a:t>EN PRÁCTICA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 Defensa modelo sobre Memory.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257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694B9D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Defensa individual.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77647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694B9D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886200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Comprueba y registra la evidencia: Versión h4-entrega demostrada y decisión de diseño defendida individualmente.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257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Pueden explicar qué están intentando conseguir.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76856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Registran una decisión, prueba o bloqueo; no muestran solo el resultado final.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9183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273551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Todas las personas pueden describir su aportación.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8853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70248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Comprueban el producto con un criterio observable.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285231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5266944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usan datos personales, credenciales ni respuestas de ejemplo antes del intento propio.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257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694B9D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Decidir si el equipo está preparado para extensibilidad H5.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