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694B9D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257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Defensa H4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H4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Comunicar — evaluar y reflexionar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257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Validar comprensión de POO.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Defensa H4.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257 · H4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5–13 min — Explicación breve: Defensa POO exige explicar clases, objetos, responsabilidades y relaciones.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Defensa modelo sobre Memory.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Defensa individual sobre clase, objeto, atributo, método, constructor, encapsulación y relaciones.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40–45 min — Cierre: Decidir si el equipo está preparado para extensibilidad H5.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257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694B9D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En POO se defiende diseño, no solo código que funciona.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694B9D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Defensa modelo sobre Memory.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257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694B9D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Defensa individual.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694B9D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Defensa H4.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257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He producido o actualizado: Defensa H4.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señalar dónde está.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explicar una decisión tomada.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mostrar una prueba o comprobación.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He registrado mi aportación individual si el trabajo era de equipo.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257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694B9D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Decidir si el equipo está preparado para extensibilidad H5.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