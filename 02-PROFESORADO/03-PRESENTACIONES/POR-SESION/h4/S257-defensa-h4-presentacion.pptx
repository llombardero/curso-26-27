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comprensión de POO.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Defensa POO exige explicar clases, objetos, responsabilidades y relaciones.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Defensa modelo sobre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 individual sobre clase, objeto, atributo, método, constructor, encapsulación y relaciones.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Decidir si el equipo está preparado para extensibilidad H5.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 POO se defiende diseño, no solo código que funciona.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Defensa modelo sobre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si el equipo está preparado para extensibilidad H5.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