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Clase y objeto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la diferencia entre clase y objeto.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Definición propia de clase y objeto con ejemplo.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H4.2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clase define estructura y comportamiento; un objeto es una instancia concreta.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Clase Memory; objeto memory creado con new Memory().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Ejemplos fuera de MiniJarvis y luego dentro del proyecto.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¿MiniJarvis podría ser un objeto?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Clase como plantilla; objeto como instancia concreta.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Clase Memory; objeto memory creado con new Memory().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Escribir dos ejemplos de clase y objeto del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Definición propia de clase y objeto con ejemplo.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¿MiniJarvis podría ser un objeto?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