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Revisión de responsabilidades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Evitar clases decorativas o mezcladas.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Lista de ajustes de diseño.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Una clase decorativa no aporta; una clase útil tiene responsabilidad clara.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Preguntas: qué sabe, qué hace, qué no debe hacer.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cada clase con preguntas: qué sabe, qué hace, qué no debe hacer.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400" b="0">
                <a:solidFill>
                  <a:srgbClr val="1C2330"/>
                </a:solidFill>
                <a:latin typeface="Aptos"/>
              </a:defRPr>
            </a:pPr>
            <a:r>
              <a:t>40–45 min — Cierre: Eliminar o corregir una responsabilidad mal ubicada.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Una clase debe tener una responsabilidad clara.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Preguntas: qué sabe, qué hace, qué no debe hacer.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Revisar cada clase con esas preguntas.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Lista de ajustes de diseño.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Eliminar o corregir una responsabilidad mal ubicada.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