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Revisión de responsabilidades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Evitar clases decorativas o mezcladas.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Lista de ajustes de diseño.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Revisar cada clase con preguntas: qué sabe, qué hace, qué no debe hacer.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clase debe tener una responsabilidad clara.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Preguntas: qué sabe, qué hace, qué no debe hacer.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ajustes de diseño.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Eliminar o corregir una responsabilidad mal ubicada.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