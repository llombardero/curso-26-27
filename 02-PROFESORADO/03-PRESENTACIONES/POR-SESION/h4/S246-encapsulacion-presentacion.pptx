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Encapsulación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Proteger datos internos.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sin acceso directo innecesario a atributos.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Hacer privada la colección de memoria y acceder mediante métodos.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private, métodos públicos y acceso controlado.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Cambiar lista pública por private final List memories.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sin acceso directo innecesario a atributos.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¿por qué no dejamos la lista pública?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