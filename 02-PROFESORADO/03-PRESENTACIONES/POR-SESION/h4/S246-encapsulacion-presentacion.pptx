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Encapsulación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246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Proteger datos internos.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Código sin acceso directo innecesario a atributos.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246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Encapsular es proteger el estado interno y ofrecer operaciones controladas.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Cambiar lista pública por private final List memories.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Hacer privada la colección de memoria y acceder mediante métodos.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¿por qué no dejamos la lista pública?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246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private, métodos públicos y acceso controlado.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Cambiar lista pública por private final List memories.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246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Hacer privados atributos y usar métodos públicos.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Código sin acceso directo innecesario a atributos.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246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246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246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¿por qué no dejamos la lista pública?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