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Extraer clase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Idear — proponer soluciones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Pasar de colección suelta a objeto con responsabilidad.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Comandos recuerda, memoria y estado siguen funcionando.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H4.6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Extraer clase significa mover responsabilidad sin cambiar comportamiento externo.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Pasar memories.add(text) a memory.remember(text).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Mover operaciones de memoria a la clase Memory.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Prueba de regresión manual.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Refactorizar sin cambiar comportamiento observable.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Pasar memories.add(text) a memory.remember(text).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Extraer operaciones de memoria.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Comandos recuerda, memoria y estado siguen funcionando.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Prueba de regresión manual.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