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README y revisión técnica H4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H4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Documentar y revisar el diseño OO.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README H4 revisado por otro equipo.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En H4 hay que documentar diseño, no solo ejecución.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Sección README: clases principales y responsabilidades.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Actualizar el README y realizar una revisión técnica cruzada.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Otro equipo revisa si entiende el diseño leyendo el README.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README debe explicar clases principales y cómo ejecutar.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694B9D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Sección README: clases principales y responsabilidades.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Actualizar README y revisar su claridad técnica.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694B9D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README H4 revisado por otro equipo.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694B9D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694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256 · H4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694B9D"/>
          </a:solidFill>
          <a:ln>
            <a:solidFill>
              <a:srgbClr val="694B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Otro equipo revisa si entiende el diseño leyendo el README.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