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revisión técnica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y revisar el diseño 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H4 revisado por otro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H4.15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En H4 hay que documentar diseño, no solo ejecución.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Sección README: clases principales y responsabilidades.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el README y realizar una revisión técnica cruzada.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revisa si entiende el diseño leyendo el README.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debe explicar clases principales y cómo ejecutar.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Sección README: clases principales y responsabilidades.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README y revisar su claridad técnica.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H4 revisado por otro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H4.15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revisa si entiende el diseño leyendo el README.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