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Extraer clase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Sacar flujo principal de Main.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Main queda reducido a crear y lanzar el agente.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Agent con método de ejecución.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Main arranca; Agent coordina.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new Agent().run(); en 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Main queda reducido a crear y lanzar el agente.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248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responsabilidad conserva Main?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