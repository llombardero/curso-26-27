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694B9D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Extraer clase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H4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Planificar — organizar el trabajo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 + ENTORNOS DE DESARROLLO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248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Sacar flujo principal de Main.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Main queda reducido a crear y lanzar el agente.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248 · H4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Main debe arrancar; Agent debe coordinar la conversación.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new Agent().run(); en Main.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Crear Agent con método de ejecución.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¿qué responsabilidad conserva Main?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248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694B9D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Main arranca; Agent coordina.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694B9D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new Agent().run(); en Main.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248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694B9D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Crear Agent con método run.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694B9D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Main queda reducido a crear y lanzar el agente.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248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248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694B9D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¿qué responsabilidad conserva Main?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