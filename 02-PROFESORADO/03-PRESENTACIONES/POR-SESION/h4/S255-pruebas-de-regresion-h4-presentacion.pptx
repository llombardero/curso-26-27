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Pruebas de regresión 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Asegurar que refactorizar a clases no rompió comportamiento.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Checklist de pruebas H4.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Cambiar diseño no debe romper comportamiento ya logrado.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Ejecutar pruebas de H3 sobre código H4.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Reejecutar pruebas de H3 sobre diseño H4.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Registrar un fallo provocado por el rediseño si aparece.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Refactorizar no debe cambiar lo que el usuario observa, salvo decisión explícita.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Ejecutar pruebas de H3 sobre código H4.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Checklist de regresión.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Checklist de pruebas H4.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255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Registrar un fallo provocado por el rediseño si aparece.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