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regresión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que refactorizar a clases no rompió comportamiento.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de pruebas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Cambiar diseño no debe romper comportamiento ya logrado.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pruebas de H3 sobre código H4.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Reejecutar pruebas de H3 sobre diseño H4.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Registrar un fallo provocado por el rediseño si aparece.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Refactorizar no debe cambiar lo que el usuario observa, salvo decisión explícita.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pruebas de H3 sobre código H4.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regresión.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de pruebas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Registrar un fallo provocado por el rediseño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