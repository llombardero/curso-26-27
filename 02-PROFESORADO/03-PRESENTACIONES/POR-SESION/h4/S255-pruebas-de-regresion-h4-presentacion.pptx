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66928"/>
            <a:ext cx="1828800" cy="566928"/>
          </a:xfrm>
          <a:prstGeom prst="round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676656"/>
            <a:ext cx="1682496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789920" cy="1645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Pruebas de regresión H4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22191"/>
            <a:ext cx="6766560" cy="38404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H4  · 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074920"/>
            <a:ext cx="10241280" cy="6400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Aptos"/>
              </a:defRPr>
            </a:pPr>
            <a:r>
              <a:t>Hoy construiremos una evidencia que puedas comprobar y explicar.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272784"/>
            <a:ext cx="1060704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vamos a conseguir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255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694B9D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694B9D"/>
                </a:solidFill>
                <a:latin typeface="Aptos"/>
              </a:defRPr>
            </a:pPr>
            <a:r>
              <a:t>Hoy vas a…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Asegurar que refactorizar a clases no rompió comportamiento.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694B9D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86016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694B9D"/>
                </a:solidFill>
                <a:latin typeface="Aptos"/>
              </a:defRPr>
            </a:pPr>
            <a:r>
              <a:t>Debe quedar…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528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Checklist de pruebas H4.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PASO A PASO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Ruta de trabajo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255 · H4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1325880"/>
            <a:ext cx="502920" cy="502920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35607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344168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Lee el objetivo y escribe con tus palabras qué debe quedar terminado.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2258568"/>
            <a:ext cx="502920" cy="502920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368296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276856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Atiende al ejemplo breve y anota una predicción, duda o decisión.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3191256"/>
            <a:ext cx="502920" cy="502920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300984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209544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Realiza esta tarea: Reejecutar pruebas de H3 sobre diseño H4.</a:t>
            </a:r>
          </a:p>
        </p:txBody>
      </p:sp>
      <p:sp>
        <p:nvSpPr>
          <p:cNvPr id="17" name="Oval 16"/>
          <p:cNvSpPr/>
          <p:nvPr/>
        </p:nvSpPr>
        <p:spPr>
          <a:xfrm>
            <a:off x="685800" y="4123944"/>
            <a:ext cx="502920" cy="502920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233672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4142231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el resultado con una prueba observable; no basta con decir “funciona”.</a:t>
            </a:r>
          </a:p>
        </p:txBody>
      </p:sp>
      <p:sp>
        <p:nvSpPr>
          <p:cNvPr id="20" name="Oval 19"/>
          <p:cNvSpPr/>
          <p:nvPr/>
        </p:nvSpPr>
        <p:spPr>
          <a:xfrm>
            <a:off x="685800" y="5056631"/>
            <a:ext cx="502920" cy="502920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166359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5074919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Guarda o entrega la evidencia indicada y prepárate para explicarla.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COMPRENDER Y APLICAR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Claves para avanzar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255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25880"/>
            <a:ext cx="525780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72200" y="1325880"/>
            <a:ext cx="5413248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00200"/>
            <a:ext cx="466344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694B9D"/>
                </a:solidFill>
                <a:latin typeface="Aptos"/>
              </a:defRPr>
            </a:pPr>
            <a:r>
              <a:t>IDEAS CLAVE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121408"/>
            <a:ext cx="457200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Refactorizar no debe cambiar lo que el usuario observa, salvo decisión explícita.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Guion breve sugerido: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&gt; Hoy necesitamos comprender y practicar lo justo para producir una evidencia verificable. Primero observaremos un ejemplo, después trabajaréis y al final cada pers…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600200"/>
            <a:ext cx="457200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694B9D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121408"/>
            <a:ext cx="461772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Ejecutar pruebas de H3 sobre código H4.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EVIDENCIA MÍNIMA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Antes de salir, comprueba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255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371600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362456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producido o actualizado: Checklist de pruebas H4.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67712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58568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16382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154680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059935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050791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9560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4946904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25312"/>
            <a:ext cx="10789920" cy="2743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00" b="0">
                <a:solidFill>
                  <a:srgbClr val="586270"/>
                </a:solidFill>
                <a:latin typeface="Aptos"/>
              </a:defRPr>
            </a:pPr>
            <a:r>
              <a:t>Necesitas: Un ordenador por estudiante o pareja, con JDK e IntelliJ disponibles y el proyecto del hito accesible. · Pizarra o una hoja reutilizable para bosquejar antes de modificar el proyecto.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COMPRUEBA Y EXPLICA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de la sesión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255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965960"/>
          </a:xfrm>
          <a:prstGeom prst="round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618488"/>
            <a:ext cx="10195560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ptos"/>
              </a:defRPr>
            </a:pPr>
            <a:r>
              <a:t>PREGUNTA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57400"/>
            <a:ext cx="10058400" cy="8229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700" b="1">
                <a:solidFill>
                  <a:srgbClr val="FFFFFF"/>
                </a:solidFill>
                <a:latin typeface="Aptos"/>
              </a:defRPr>
            </a:pPr>
            <a:r>
              <a:t>Registrar un fallo provocado por el rediseño si aparece.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703320"/>
            <a:ext cx="3749039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500" b="1">
                <a:solidFill>
                  <a:srgbClr val="694B9D"/>
                </a:solidFill>
                <a:latin typeface="Aptos"/>
              </a:defRPr>
            </a:pPr>
            <a:r>
              <a:t>RECUERDA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4114800"/>
            <a:ext cx="6583680" cy="169164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Trabaja únicamente con datos ficticios.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No escribas contraseñas, tokens, claves API ni datos personales.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Si utilizas IA en un uso permitido, registra qué pediste, qué recibiste, qué cambiaste y cómo lo comprobaste.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3794760"/>
            <a:ext cx="370332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28431" y="4087368"/>
            <a:ext cx="3063240" cy="8686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8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puedes defenderla.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