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Cierre C1: demo parcial y recuperación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Consolidar H1-H3 antes de POO.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Checklist C1 con aprendizajes pendientes y plan de mejora.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Demo parcial, revisión de evidencias y recuperación individual.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Antes de entrar en clases, hay que dominar estructura, control de flujo y colecciones.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Mapa de requisitos mínimos H1-H3.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C1 con aprendizajes pendientes y plan de mejora.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Tiempo previsto: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F4F9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