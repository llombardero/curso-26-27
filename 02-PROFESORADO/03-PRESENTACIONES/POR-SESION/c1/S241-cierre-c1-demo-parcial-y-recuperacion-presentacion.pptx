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F4F9A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Cierre C1: demo parcial y recuperación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C1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Comunicar — evaluar y reflexionar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Equipo → comprobación individual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241 · C1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Consolidar H1-H3 antes de POO.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Checklist C1 con RA pendientes y plan de mejora.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241 · C1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Antes de POO deben estar claros main, bucles, condicionales y colecciones.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Mapa de requisitos mínimos H1-H3.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Demo parcial, revisión de evidencias y recuperación individual.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Cada alumno identifica qué sabe defender y qué debe recuperar.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241 · C1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F4F9A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Antes de entrar en clases, hay que dominar estructura, control de flujo y colecciones.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F4F9A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Mapa de requisitos mínimos H1-H3.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241 · C1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F4F9A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Demo parcial y plan de recuperación.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F4F9A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Checklist C1 con RA pendientes y plan de mejora.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241 · C1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241 · C1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241 · C1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F4F9A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Tiempo previsto: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