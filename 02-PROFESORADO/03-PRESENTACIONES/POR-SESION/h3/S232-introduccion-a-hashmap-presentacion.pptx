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358154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Introducción a HashMap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H3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Investigar — aprender lo necesario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 + ENTORNOS DE DESARROLLO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232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Asegurar cobertura completa del Tema 4.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README, sección Colección y justificación ampliado con array vs lista, uso o descarte de Set, y decisión sobre mutabilidad.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232 · H3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5–13 min — Explicación breve: HashMap guarda pares clave-valor.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nombre -&gt; Laura, lenguaje -&gt; Java.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Crear un array con tres comandos conocidos, comparar sus limitaciones con ArrayList, y usar Set para detectar recuerdos repetidos o justificar por qué no se incorpora al diseño final.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40–45 min — Cierre: ¿qué estructura usarías si no quieres repetidos?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232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358154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Diferencia entre array y ArrayList; genéricos; clases envoltorio como Integer; Set para evitar repetidos; lista mutable e inmutable.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358154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nombre -&gt; Laura, lenguaje -&gt; Java.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232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358154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Crear mapa de preferencias.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358154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README, sección Colección y justificación ampliado con array vs lista, uso o descarte de Set, y decisión sobre mutabilidad.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232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232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232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358154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¿qué estructura usarías si no quieres repetidos?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