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HashMap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cobertura completa del Tema 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Colección y justificación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HashMap guarda pares clave-valor.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nombre -&gt; Laura, lenguaje -&gt;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 array con tres comandos conocidos, comparar sus limitaciones con ArrayList, y usar Set para detectar recuerdos repetidos o justificar por qué no se incorpora al diseño final.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estructura usarías si no quieres repetidos?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array y ArrayList; genéricos; clases envoltorio como Integer; Set para evitar repetidos; lista mutable e inmutable.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nombre -&gt; Laura, lenguaje -&gt;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mapa de preferencias.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Colección y justificación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estructura usarías si no quieres repetidos?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