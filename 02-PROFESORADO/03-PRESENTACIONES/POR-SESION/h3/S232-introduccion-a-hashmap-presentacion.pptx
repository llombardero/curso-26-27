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Introducción a HashMap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cobertura completa del Tema 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docs/justificacion-coleccion-h3.md ampliado con array vs lista, uso o descarte de Set, y decisión sobre mutabilidad.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HashMap guarda pares clave-valor.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nombre -&gt; Laura, lenguaje -&gt; Java.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un array con tres comandos conocidos, comparar sus limitaciones con ArrayList, y usar Set para detectar recuerdos repetidos o justificar por qué no se incorpora al diseño final.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estructura usarías si no quieres repetidos?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 entre array y ArrayList; genéricos; clases envoltorio como Integer; Set para evitar repetidos; lista mutable e inmutable.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nombre -&gt; Laura, lenguaje -&gt; Java.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mapa de preferencias.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docs/justificacion-coleccion-h3.md ampliado con array vs lista, uso o descarte de Set, y decisión sobre mutabilidad.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docs/justificacion-coleccion-h3 ampliado con array vs lista, uso o descarte de Set, y decisión sobre mutabilidad.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estructura usarías si no quieres repetidos?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