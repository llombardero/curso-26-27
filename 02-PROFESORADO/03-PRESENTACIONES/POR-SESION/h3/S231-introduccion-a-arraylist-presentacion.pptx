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H3.3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Introducción a ArrayList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H3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H3.3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Guardar varios elementos en orden.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Ejemplo pequeño de ArrayList que compila.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H3.3 · H3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ArrayList guarda varios elementos en orden y permite recorrerlos.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Añadir tres cadenas y mostrarlas numeradas.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Mini-reto fuera del proyecto: lista de tareas o palabras.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¿por qué una variable simple no basta?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H3.3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Lista, índice, añadir, recorrer y tamaño.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Añadir tres cadenas y mostrarlas numeradas.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H3.3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Mini-lista de tareas.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Ejemplo pequeño de ArrayList que compila.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H3.3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H3.3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H3.3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¿por qué una variable simple no basta?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