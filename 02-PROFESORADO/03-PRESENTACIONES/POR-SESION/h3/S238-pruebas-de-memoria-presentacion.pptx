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de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Validar comportamiento de colecciones.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Plan de pruebas H3 ejecutado.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Hay que probar memoria vacía, guardar, listar y casos raros.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Tabla de prueba para recuerda y memoria.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docs/pruebas-memoria-h3.md.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Cada equipo muestra un caso que falló y fue corregido.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Pruebas específicas de memoria: guardar, listar, vacío, repetidos y entradas inválidas.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Tabla de prueba para recuerda y memoria.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pruebas H3.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Plan de pruebas H3 ejecutado.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Plan de pruebas H3 ejecutado.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Cada equipo muestra un caso que falló y fue corregido.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