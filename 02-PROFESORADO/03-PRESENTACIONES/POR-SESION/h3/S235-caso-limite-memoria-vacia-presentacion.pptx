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Caso límite: memoria vacía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Gestionar ausencia de datos.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Prueba de memoria antes de guardar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Implementar respuesta para memoria vacía.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Caso límite y mensaje útil para usuario.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if (memories.isEmpty()).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Prueba de memoria antes de guardar nada.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Añadir caso al plan de pruebas.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358154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