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358154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H3.2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Elegir qué información guardar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H3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Investigar — aprender lo necesario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H3.2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Definir memoria antes de codificar.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Documento breve de decisión de memoria.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H3.2 · H3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5–13 min — Explicación breve: La estructura de datos depende del tipo de información y de cómo se consultará.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Recuerdos simples frente a preferencias con clave.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Decidir si se guardan recuerdos, preferencias, mensajes o historial simple.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40–45 min — Cierre: Cada equipo justifica qué información guardará.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H3.2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358154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No se elige colección sin saber qué datos se necesitan.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358154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Recuerdos simples frente a preferencias con clave.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H3.2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358154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Decidir datos de memoria del equipo.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358154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Documento breve de decisión de memoria.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H3.2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H3.2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H3.2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358154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Cada equipo justifica qué información guardará.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