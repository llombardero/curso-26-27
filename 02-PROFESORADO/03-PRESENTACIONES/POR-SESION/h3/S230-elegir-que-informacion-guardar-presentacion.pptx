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Elegir qué información guardar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Definir memoria antes de codificar.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Documento breve de decisión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Decidir si se guardan recuerdos, preferencias, mensajes o historial simple.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 se elige colección sin saber qué datos se necesitan.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Recuerdos simples frente a preferencias con clave.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Documento breve de decisión de memoria.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Cada equipo justifica qué información guardará.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