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358154"/>
          </a:solidFill>
          <a:ln>
            <a:solidFill>
              <a:srgbClr val="358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Elegir qué información guardar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H3 ·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Investigar — aprender lo necesario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 + ENTORNOS DE DESARROLLO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358154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conseguirse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230 · H3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Definir memoria antes de codificar.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Evidencia: Documento breve de decisión de memoria.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358154"/>
                </a:solidFill>
                <a:latin typeface="Aptos"/>
              </a:defRPr>
            </a:pPr>
            <a:r>
              <a:t>RITMO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Secuencia de aula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230 · H3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807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2618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0–5 min — Presentar objetivo, producto y evidencia de hoy.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125979"/>
            <a:ext cx="475488" cy="475488"/>
          </a:xfrm>
          <a:prstGeom prst="ellipse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22656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10769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5–13 min — Explicación breve: La estructura de datos depende del tipo de información y de cómo se consultará.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971799"/>
            <a:ext cx="475488" cy="475488"/>
          </a:xfrm>
          <a:prstGeom prst="ellipse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7238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95351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13–18 min — Demostración o ejemplo: Recuerdos simples frente a preferencias con clave.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817620"/>
            <a:ext cx="475488" cy="475488"/>
          </a:xfrm>
          <a:prstGeom prst="ellipse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91820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79933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18–35 min — Trabajo del alumnado: Decidir si se guardan recuerdos, preferencias, mensajes o historial simple.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" y="4663440"/>
            <a:ext cx="475488" cy="475488"/>
          </a:xfrm>
          <a:prstGeom prst="ellipse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76402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464515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35–40 min — Comprobar la evidencia con una explicación o prueba breve.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" y="5509259"/>
            <a:ext cx="475488" cy="475488"/>
          </a:xfrm>
          <a:prstGeom prst="ellipse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6098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54909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40–45 min — Cierre: Cada equipo justifica qué información guardará.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358154"/>
                </a:solidFill>
                <a:latin typeface="Aptos"/>
              </a:defRPr>
            </a:pPr>
            <a:r>
              <a:t>COMPRENDER Y TRANSFERIR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Idea clave y puesta en práctica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230 · H3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25880"/>
            <a:ext cx="5285232" cy="473659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1168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358154"/>
                </a:solidFill>
                <a:latin typeface="Aptos"/>
              </a:defRPr>
            </a:pPr>
            <a:r>
              <a:t>IDEA CLAVE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1C2330"/>
                </a:solidFill>
                <a:latin typeface="Aptos"/>
              </a:defRPr>
            </a:pPr>
            <a:r>
              <a:t>•  No se elige colección sin saber qué datos se necesitan.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325880"/>
            <a:ext cx="5394960" cy="4736592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627632"/>
            <a:ext cx="219456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358154"/>
                </a:solidFill>
                <a:latin typeface="Aptos"/>
              </a:defRPr>
            </a:pPr>
            <a:r>
              <a:t>EN PRÁCTICA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FFFFFF"/>
                </a:solidFill>
                <a:latin typeface="Aptos"/>
              </a:defRPr>
            </a:pPr>
            <a:r>
              <a:t>•  Recuerdos simples frente a preferencias con clave.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358154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230 · H3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358154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Decidir datos de memoria del equipo.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77647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358154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886200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y registra la evidencia: Documento breve de decisión de memoria.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358154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230 · H3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358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Pueden explicar qué están intentando conseguir.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9514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358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76856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Registran una decisión, prueba o bloqueo; no muestran solo el resultado final.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91839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358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273551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Todas las personas pueden describir su aportación.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288536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358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270248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Comprueban el producto con un criterio observable.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5285231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358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5266944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usan datos personales, credenciales ni respuestas de ejemplo antes del intento propio.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358154"/>
                </a:solidFill>
                <a:latin typeface="Aptos"/>
              </a:defRPr>
            </a:pPr>
            <a:r>
              <a:t>LÍMITES QUE PROTEGEN EL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Seguridad y uso responsable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230 · H3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8" y="1527048"/>
            <a:ext cx="237744" cy="1719072"/>
          </a:xfrm>
          <a:prstGeom prst="roundRect">
            <a:avLst/>
          </a:prstGeom>
          <a:solidFill>
            <a:srgbClr val="247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Trabaja únicamente con datos ficticios.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79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45936" y="1527048"/>
            <a:ext cx="237744" cy="1719072"/>
          </a:xfrm>
          <a:prstGeom prst="roundRect">
            <a:avLst/>
          </a:prstGeom>
          <a:solidFill>
            <a:srgbClr val="C07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84847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escribas contraseñas, tokens, claves API ni datos personales.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1248" y="3904487"/>
            <a:ext cx="237744" cy="1719072"/>
          </a:xfrm>
          <a:prstGeom prst="roundRect">
            <a:avLst/>
          </a:prstGeom>
          <a:solidFill>
            <a:srgbClr val="B1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Si utilizas IA en un uso permitido, registra qué pediste, qué recibiste, qué cambiaste y cómo lo comprobaste.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79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45936" y="3904487"/>
            <a:ext cx="237744" cy="1719072"/>
          </a:xfrm>
          <a:prstGeom prst="round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4847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Los ejemplos de Laura solo se consultan después del intento propio.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358154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y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230 · H3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358154"/>
          </a:solidFill>
          <a:ln>
            <a:solidFill>
              <a:srgbClr val="358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Cada equipo justifica qué información guardará.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