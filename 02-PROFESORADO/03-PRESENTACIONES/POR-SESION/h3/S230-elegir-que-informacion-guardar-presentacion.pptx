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Elegir qué información guardar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memoria antes de codificar.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Documento breve de decisión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estructura de datos depende del tipo de información y de cómo se consultará.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Recuerdos simples frente a preferencias con clave.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Decidir si se guardan recuerdos, preferencias, mensajes o historial simple.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justifica qué información guardará.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elige colección sin saber qué datos se necesitan.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Recuerdos simples frente a preferencias con clave.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Decidir datos de memoria del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Documento breve de decisión de memoria.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justifica qué información guardará.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