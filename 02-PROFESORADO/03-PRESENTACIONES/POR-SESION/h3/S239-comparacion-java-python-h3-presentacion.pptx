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Comparar colecciones Java con list y 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docs/comparacion-java-python-h3.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Relacionar ArrayList con list y HashMap con dict.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Java exige tipos y clases concretas; Python es más flexible.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Misma operación en Java y Python.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docs/comparacion-java-python-h3.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estructura se parece más a tu solución?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358154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