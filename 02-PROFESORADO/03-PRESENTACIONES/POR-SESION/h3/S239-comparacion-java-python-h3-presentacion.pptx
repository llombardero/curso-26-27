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Comparación Java-Python H3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H3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239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Comparar colecciones Java con list y dict.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docs/comparacion-java-python-h3.md.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239 · H3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ArrayList se parece a list; HashMap se parece a dict.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Misma operación en Java y Python.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Relacionar ArrayList con list y HashMap con dict.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¿qué estructura se parece más a tu solución?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239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Java exige tipos y clases concretas; Python es más flexible.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Misma operación en Java y Python.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239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Comparar añadir, recorrer y consultar.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docs/comparacion-java-python-h3.md.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239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docs/comparacion-java-python-h3.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239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239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estructura se parece más a tu solución?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