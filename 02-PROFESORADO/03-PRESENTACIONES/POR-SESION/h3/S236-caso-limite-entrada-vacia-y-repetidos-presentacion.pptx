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Caso límite: entrada vacía y repetidos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Validar datos antes de guardarlos.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Pruebas de entrada vacía y repetida.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Evitar guardar recuerdos vacíos y decidir qué hacer con repetidos.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Entrada vacía, espacios y duplicados.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text.isBlank().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Pruebas de entrada vacía y repetida.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236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decisión tomaste y por qué?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