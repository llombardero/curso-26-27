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estado con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Usar información interna para responder.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estado muestra información coherente.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estado puede calcularse a partir de datos internos.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memories.size().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estado para indicar número de recuerdos.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estado antes y después de guardar.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Tamaño de colección y mensajes derivados del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memories.size().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estado para mostrar número de recuerdos.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estado muestra información coherente.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estado antes y después de guardar.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