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Presentar H3: MiniJarvis empieza a recordar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Comprender memoria temporal.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Lista de necesidades de memoria.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H3 añade memoria temporal; se pierde al cerrar el programa.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Ejecuta H2 y muestra que no recuerda nada.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Probar H2 y detectar qué información se pierde.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debe recordar MiniJarvis en H3?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H2 responde, pero no recuerda. H3 guardará datos mientras el programa está abierto.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Ejecuta H2 y muestra que no recuerda nada.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Listar qué debería recordar el agente.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Lista de necesidades de memoria.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H3.1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debe recordar MiniJarvis en H3?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