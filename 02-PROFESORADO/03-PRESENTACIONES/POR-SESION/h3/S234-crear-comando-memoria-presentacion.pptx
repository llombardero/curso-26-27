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Consultar información guardada.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muestra los recuerdos guardados.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Consultar memoria implica recorrer la colección y mostrar contenido.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Bucle for numerado.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ocurre si no hay recuerdos?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Recorrer colección y mostrar 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Bucle for numerado.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muestra los recuerdos guardados.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ocurre si no hay recuerdos?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