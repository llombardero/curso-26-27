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recuerda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información introducida por usuario.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guarda al menos un recuerdo.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comando debe pedir texto, validarlo y guardarlo.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Flujo: comando → pregunta → entrada → add.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recuerda.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guardar dos recuerdos seguidos.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Añadir elementos a colección y confirmar acción.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Flujo: comando → pregunta → entrada → add.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recuerda.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guarda al menos un recuerdo.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MiniJarvis guarda al menos un recuerdo.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guardar dos recuerdos seguidos.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