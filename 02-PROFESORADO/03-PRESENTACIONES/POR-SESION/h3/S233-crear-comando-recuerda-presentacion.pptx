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Crear comando recuerda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H3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233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358154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358154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Guardar información introducida por usuario.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358154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358154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MiniJarvis guarda al menos un recuerdo.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233 · H3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Implementar comando recuerda.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233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358154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Añadir elementos a colección y confirmar acción.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358154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Flujo: comando → pregunta → entrada → add.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233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MiniJarvis guarda al menos un recuerdo.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Proyecto y portfolio del hito accesibles en el ordenador; no se requiere material físico adicional.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233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Probar guardar dos recuerdos seguidos.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358154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Usa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compartas contraseñas ni claves.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Registra y valida cualquier uso de IA.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