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Selección C1 y defensa H3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Defender memoria temporal y elección de colección.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Selección H1-H3 para C1 y defensa individual.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Defender H3 es justificar colección, recorrido y casos límite.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Pregunta modelo: “¿por qué elegiste ArrayList?”.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Seleccionar evidencias H1-H3 para C1 y preparar la defensa.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Pregunta de defensa: ¿por qué esa colección y no otra?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Una elección técnica debe poder justificarse.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Pregunta modelo: “¿por qué elegiste ArrayList?”.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Preparar defensa por parejas.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Selección H1-H3 para C1 y defensa individual.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Pregunta de defensa: ¿por qué esa colección y no otra?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