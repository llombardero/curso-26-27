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Herramientas internas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Separar comandos como herramientas.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Tabla de herramientas y responsabilidad.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Una herramienta encapsula una acción del agente.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HelpTool, RememberTool, MemoryTool.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Diseñar lista de herramientas: ayuda, recordar, memoria, estado.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herramienta añadirías sin tocar memoria?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Una herramienta tiene nombre, descripción y ejecución.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HelpTool, RememberTool, MemoryTool.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Tabla de herramientas y responsabilidades.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Tabla de herramientas y responsabilidad.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herramienta añadirías sin tocar memoria?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