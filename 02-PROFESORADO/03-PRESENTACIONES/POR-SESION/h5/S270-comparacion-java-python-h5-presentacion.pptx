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H5.13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Comparación Java-Python H5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H5.13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Comparar interfaz, herencia, composición y duck typing.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diario individual, como comparación seleccionable.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H5.13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Java formaliza contratos; Python puede funcionar por convenciones o duck typing.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Interfaz Java frente a clase Python con método esperado.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Comparar una herramienta Java con equivalente Python.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pierde y qué gana cada lenguaje?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H5.13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Java formaliza contratos; Python puede usar convenciones.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Interfaz Java frente a clase Python con método esperado.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H5.13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Comparar herramienta Java/Python.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diario individual, como comparación seleccionable.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H5.13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H5.13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H5.13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pierde y qué gana cada lenguaje?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