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Comparar interfaz, herencia, composición y duck typing.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docs/comparacion-java-python-h5.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Comparar una herramienta Java con equivalente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Java formaliza contratos; Python puede usar convenciones.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Interfaz Java frente a clase Python con método esperado.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pierde y qué gana cada lenguaje?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