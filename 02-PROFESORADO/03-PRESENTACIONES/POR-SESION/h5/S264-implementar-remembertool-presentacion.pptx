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H5.7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Implementar RememberTool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Herramienta que colabora con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Comando recordar funciona como herramienta.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H5.7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Las herramientas pueden necesitar colaborar con otros objetos.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RememberTool usa Memory.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Crear RememberTool usando Memory.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Revisar dependencias: qué necesita RememberTool.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Composición: una clase usa otra para cumplir su tarea.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RememberTool usa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Implementar guardar recuerdo como herramienta.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Comando recordar funciona como herramienta.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Revisar dependencias: qué necesita RememberTool.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