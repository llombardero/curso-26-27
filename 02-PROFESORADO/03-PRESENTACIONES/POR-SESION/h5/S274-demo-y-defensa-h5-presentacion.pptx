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 y defensa 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Defender extensibilidad, refactorización, Git y patrón.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H5 completa.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defensa debe mostrar extensibilidad, refactorización y criterio sobre patrones.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Añadir una herramienta mínima en directo o explicar cómo hacerlo.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Demo, defensa individual y revisión de evidencias.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Preparar lista de pendientes para C2.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 se evalúa usar patrón, sino decidir con criterio.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Añadir una herramienta mínima en directo o explicar cómo hacerlo.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Demo y defensa.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Defensa H5 completa.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Preparar lista de pendientes para C2.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