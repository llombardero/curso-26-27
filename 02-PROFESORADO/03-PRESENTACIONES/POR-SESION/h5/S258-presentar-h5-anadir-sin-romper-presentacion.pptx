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Presentar H5: añadir sin romper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extensibilidad.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Diagnóstico de rigidez del diseño 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diseño extensible reduce cambios necesarios para añadir funcionalidad.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para añadir resumen, ¿qué archivos tocaríamos?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Preguntar qué archivos habría que tocar para añadir una herramienta.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¿qué cambio se repite cada vez que añadimos comando?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diseño extensible permite añadir comandos con bajo impacto.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Pregunta: para añadir resumen, ¿qué archivos tocaríamos?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Diagnóstico de rigidez.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Diagnóstico de rigidez del diseño H4.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258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cambio se repite cada vez que añadimos comando?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