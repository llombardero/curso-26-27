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272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README y documentación técnica H5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272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Documentar diseño extensible.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README H5.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272 · H5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Documentar H5 implica explicar cómo se añade una herramienta.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Apartado “Cómo añadir una nueva Tool”.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Actualizar README con estructura, herramientas y ejecución.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Otro equipo intenta entender cómo añadir una herramienta.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272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README debe explicar cómo añadir una herramienta.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Apartado “Cómo añadir una nueva Tool”.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272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Actualizar README.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README H5.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272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README H5.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272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Otro equipo intenta entender cómo añadir una herramienta.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