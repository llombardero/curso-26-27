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tras refactorización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Verificar que la extensibilidad no rompe 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Checklist de pruebas H5.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Toda mejora estructural necesita pruebas de regresión.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comandos antes y después de extraer herramientas.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Ejecutar pruebas de comandos y memoria.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Registrar una regresión si aparece.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Toda refactorización necesita comprobación posterior.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Ejecutar comandos antes y después de extraer herramientas.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Checklist de pruebas H5.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Checklist de pruebas H5.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Registrar una regresión si aparece.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