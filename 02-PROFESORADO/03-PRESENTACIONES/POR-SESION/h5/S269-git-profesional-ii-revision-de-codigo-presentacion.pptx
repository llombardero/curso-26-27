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II: revisión de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Revisar código de forma constructiva.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docs/revision-codigo-h5.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Revisión cruzada por equipos con checklist.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Revisión no es criticar personas; es mejorar producto.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Comentario útil frente a comentario vago.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docs/revision-codigo-h5.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Cada equipo acepta o rechaza una sugerencia justificando.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