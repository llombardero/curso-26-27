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HelpTool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ayuda del flujo principal.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 ayuda funciona mediante herramienta.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Agent delega en herramientas para no crecer indefinidamente.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HelpTool.execute() muestra comandos.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HelpTool.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código salió de Agent?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Delegación: Agent no tiene que saber todos los detalles.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HelpTool.execute() muestra comandos.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Extraer ayuda a clase propia.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 ayuda funciona mediante herramienta.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código salió de Agent?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