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Clean code I: nombres y duplicación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Detectar problemas de legibilidad.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mejoras priorizadas.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es código que se entiende y se cambia con menos riesgo.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Mal nombre x frente a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código con checklist de clean code.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Elegir una mejora concreta para aplicar.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Nombres claros, duplicación y métodos demasiado largos.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Mal nombre x frente a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nombres, duplicación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mejoras priorizadas.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Elegir una mejora concreta para aplicar.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