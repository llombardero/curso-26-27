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Patrón Command simplificado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H5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267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C87022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C87022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Trabajar conceptos importantes de los temas 5 y 6 que no siempre aparecen en MiniJarvis mínimo.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C87022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C87022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docs/refuerzo-poo-avanzada-h5 con código, pruebas o salidas, decisión de qué se mantiene y qué se descarta, y justificación de composición/interfaz frente a herencia. Debe nombrar explícitamente los conceptos del Tema 6…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267 · H5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Crear enum CommandType, valorar un record CommandResult, añadir @Override en herramientas, implementar toString y una comparación equals/hashCode en…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267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C87022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enum, record, @Override, toString, equals, hashCode, instanceof, ordenación con Comparable o Comparator, clase abstracta, herencia, super, protected, package-privat…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C87022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Cada Tool se parece a un comando ejecutable.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267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docs/refuerzo-poo-avanzada-h5 con código, pruebas o salidas, decisión de qué se mantiene y qué se descarta, y justificación de composición/in…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 · Pizarra o una hoja reutilizable para bosquejar antes de modificar el proyecto.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267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Pregunta: ¿por qué no siempre conviene usar herencia aunque sepamos programarla?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C87022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