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Patrón Command simplificado o decisión de no patrón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Parejas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Relacionar un problema real del diseño de herramientas con la idea de Command y decidir si conviene usarla sin sobreingeniería.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Patrón usado o descartado con problema, alternativa simple, decisión, semejanza o diferencia respecto a Command y riesgo de sobreingeniería.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el problema: añadir acciones sin hacer crecer un condicional central.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005148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57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86860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5–12 min — Explicar patrón, problema recurrente y riesgo de utilizar nombres profesionales sin necesidad.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730137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30721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11849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12–18 min — Comparar Tool y una clase concreta con la idea mínima de Command.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455125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55709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36837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18–32 min — Analizar el proyecto y completar problema, alternativa simple, solución actual y coste de complicarla.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180114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80698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161826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32–37 min — Decidir si se adopta la expresión «Command simplificado» o si se descarta el patrón.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905102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05686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886814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37–42 min — Contrastar la decisión con otra pareja y mejorar una justificación.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5630091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730675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611803"/>
            <a:ext cx="10058400" cy="6518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42–45 min — Responder la pregunta de control y guardar la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Un patrón de diseño describe una solución conocida para un problema que se repite.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Command encapsula una acción como objeto.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Cada implementación de Tool ya se parece a un comando ejecutable.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No hacen falta invocadores, receptores o fábricas complejas si no resuelven un problema real.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0">
                <a:solidFill>
                  <a:srgbClr val="1C2330"/>
                </a:solidFill>
                <a:latin typeface="Aptos"/>
              </a:defRPr>
            </a:pPr>
            <a:r>
              <a:t>También es correcto descartar el patrón y documentar por qué la solución simple es suficiente.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DECIDIR DESDE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Command simplificado: problema, semejanza y límite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53312"/>
            <a:ext cx="5230368" cy="2029968"/>
          </a:xfrm>
          <a:prstGeom prst="roundRect">
            <a:avLst/>
          </a:prstGeom>
          <a:solidFill>
            <a:srgbClr val="385E8E"/>
          </a:solidFill>
          <a:ln>
            <a:solidFill>
              <a:srgbClr val="38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234440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1 ·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75104"/>
            <a:ext cx="4709160" cy="1133856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Problema real — evitar que cada acción engorde un condicional 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353312"/>
            <a:ext cx="5230368" cy="2029968"/>
          </a:xfrm>
          <a:prstGeom prst="roundRect">
            <a:avLst/>
          </a:prstGeom>
          <a:solidFill>
            <a:srgbClr val="2D8269"/>
          </a:solidFill>
          <a:ln>
            <a:solidFill>
              <a:srgbClr val="2D8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36192"/>
            <a:ext cx="1234440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2 · SEMEJANZA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75104"/>
            <a:ext cx="4709160" cy="1133856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Una semejanza con Command — cada Tool encapsula una acción ejecutable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685031"/>
            <a:ext cx="5230368" cy="2029968"/>
          </a:xfrm>
          <a:prstGeom prst="roundRect">
            <a:avLst/>
          </a:prstGeom>
          <a:solidFill>
            <a:srgbClr val="B86F24"/>
          </a:solidFill>
          <a:ln>
            <a:solidFill>
              <a:srgbClr val="B86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67911"/>
            <a:ext cx="1234440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3 · DIFERENCIA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06823"/>
            <a:ext cx="4709160" cy="1133856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Una diferencia — no hacen falta invocadores, receptores o fábricas si no aportan valor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3685031"/>
            <a:ext cx="5230368" cy="2029968"/>
          </a:xfrm>
          <a:prstGeom prst="roundRect">
            <a:avLst/>
          </a:prstGeom>
          <a:solidFill>
            <a:srgbClr val="7A5399"/>
          </a:solidFill>
          <a:ln>
            <a:solidFill>
              <a:srgbClr val="7A5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67911"/>
            <a:ext cx="1234440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4 · 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06823"/>
            <a:ext cx="4709160" cy="1133856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Decisión — mantener, simplificar o descartar según el coste de sobreingeniería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Problema: cada acción estaba dentro de un condicional grande.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Solución simple: Tool + clases concretas con execute().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Semejanza con Command: cada objeto encapsula una acción.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Límite: no añadimos infraestructura que el proyecto no necesita.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Nombra el problema de diseño observado en el proyecto.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Describe una alternativa simple antes de introducir un patrón.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Explica la solución utilizada y localiza el código real que la sostiene.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Formula una semejanza concreta con Command: cada Tool encapsula una acción ejecutable.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Formula una diferencia: no hacen falta invocadores, receptores o fábricas si no aportan valor.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Identifica un riesgo comprobable de sobreingeniería.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Decide mantener, simplificar o descartar y registra una justificación defendible.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Nombran el problema antes que el patrón.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Relacionan la decisión con código real del proyecto.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Diferencian semejanza conceptual de implementación completa.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Identifican al menos un coste o riesgo de complicar el diseño.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mantendrían y qué descartarían.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1383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92659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990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1383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92659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990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83408"/>
            <a:ext cx="5230368" cy="1383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112008"/>
            <a:ext cx="237744" cy="92659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112008"/>
            <a:ext cx="4224528" cy="990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Si utilizas IA para comprender el patrón, registra qué preguntaste y contrasta la explicación con el código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883408"/>
            <a:ext cx="5230368" cy="1383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112008"/>
            <a:ext cx="237744" cy="92659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112008"/>
            <a:ext cx="4224528" cy="990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No copies una implementación completa de Command si no puedes justificar cada elemento.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468368"/>
            <a:ext cx="5230368" cy="13837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696968"/>
            <a:ext cx="237744" cy="92659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696968"/>
            <a:ext cx="4224528" cy="990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267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problema real resuelve aquí la idea de Command y qué parte sería sobreingeniería?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