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Patrón Command simplificado o decisión de no patrón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Parejas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Relacionar un problema real del diseño de herramientas con la idea de Command y decidir si conviene usarla sin sobreingeniería.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Patrón usado o descartado con problema, alternativa simple, decisión, semejanza o diferencia respecto a Command y riesgo de sobreingeniería.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el problema: añadir acciones sin hacer crecer un condicional central.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005148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57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86860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Explicar patrón, problema recurrente y riesgo de utilizar nombres profesionales sin necesidad.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730137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30721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1849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12–18 min — Comparar Tool y una clase concreta con la idea mínima de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455125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55709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6837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18–32 min — Analizar el proyecto y completar problema, alternativa simple, solución actual y coste de complicarla.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180114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8069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1826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32–37 min — Decidir si se adopta la expresión «Command simplificado» o si se descarta el patrón.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905102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568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86814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37–42 min — Contrastar la decisión con otra pareja y mejorar una justificación.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30091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730675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611803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42–45 min — Responder la pregunta de control y guardar la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Un patrón de diseño describe una solución conocida para un problema que se repite.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Command encapsula una acción como objeto.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Cada implementación de Tool ya se parece a un comando ejecutable.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hacen falta invocadores, receptores o fábricas complejas si no resuelven un problema real.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También es correcto descartar el patrón y documentar por qué la solución simple es suficiente.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DECIDIR DESDE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Command simplificado: problema, semejanza y límite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353312"/>
            <a:ext cx="5230368" cy="2029968"/>
          </a:xfrm>
          <a:prstGeom prst="roundRect">
            <a:avLst/>
          </a:prstGeom>
          <a:solidFill>
            <a:srgbClr val="385E8E"/>
          </a:solidFill>
          <a:ln>
            <a:solidFill>
              <a:srgbClr val="385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Problema real — evitar que cada acción engorde un condicional 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353312"/>
            <a:ext cx="5230368" cy="2029968"/>
          </a:xfrm>
          <a:prstGeom prst="roundRect">
            <a:avLst/>
          </a:prstGeom>
          <a:solidFill>
            <a:srgbClr val="2D8269"/>
          </a:solidFill>
          <a:ln>
            <a:solidFill>
              <a:srgbClr val="2D82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2 · SEMEJANZA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semejanza con Command — cada Tool encapsula una acción ejecutable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3685031"/>
            <a:ext cx="5230368" cy="2029968"/>
          </a:xfrm>
          <a:prstGeom prst="roundRect">
            <a:avLst/>
          </a:prstGeom>
          <a:solidFill>
            <a:srgbClr val="B86F24"/>
          </a:solidFill>
          <a:ln>
            <a:solidFill>
              <a:srgbClr val="B86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3 · DIFERENCIA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diferencia — no hacen falta invocadores, receptores o fábricas si no aportan valor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3685031"/>
            <a:ext cx="5230368" cy="2029968"/>
          </a:xfrm>
          <a:prstGeom prst="roundRect">
            <a:avLst/>
          </a:prstGeom>
          <a:solidFill>
            <a:srgbClr val="7A5399"/>
          </a:solidFill>
          <a:ln>
            <a:solidFill>
              <a:srgbClr val="7A5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4 · DECISIÓN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Decisión — mantener, simplificar o descartar según el coste de sobreingeniería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Problema: cada acción estaba dentro de un condicional grande.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Solución simple: Tool + clases concretas con execute().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Semejanza con Command: cada objeto encapsula una acción.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Límite: no añadimos infraestructura que el proyecto no necesita.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Nombra el problema de diseño observado en 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Describe una alternativa simple antes de introducir un patrón.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Explica la solución utilizada y localiza el código real que la sostiene.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semejanza concreta con Command: cada Tool encapsula una acción ejecutable.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diferencia: no hacen falta invocadores, receptores o fábricas si no aportan valor.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Identifica un riesgo comprobable de sobreingeniería.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Decide mantener, simplificar o descartar y registra una justificación defendible.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Nombran el problema antes que el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Relacionan la decisión con código real del proyecto.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Diferencian semejanza conceptual de implementación completa.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Identifican al menos un coste o riesgo de complicar el diseño.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mantendrían y qué descartarían.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92659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112008"/>
            <a:ext cx="237744" cy="92659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Si utilizas IA para comprender el patrón, registra qué preguntaste y contrasta la explicación con el código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112008"/>
            <a:ext cx="237744" cy="92659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copies una implementación completa de Command si no puedes justificar cada elemento.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46836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69696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69696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problema real resuelve aquí la idea de Command y qué parte sería sobreingeniería?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