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herramientas en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Orquestar herramientas sin condicional gigante.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Añadir herramienta requiere bajo impacto.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agente puede buscar una herramienta por nombre en vez de tener un condicional enorme.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Mapa nombre -&gt; 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herramientas y ejecutar según comando.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añadir una herramienta mínima nueva.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Mapa o lista de herramientas, búsqueda por nombre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Mapa nombre -&gt;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Registrar herramientas y ejecutar por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Añadir herramienta requiere bajo impacto.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añadir una herramienta mínima nueva.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