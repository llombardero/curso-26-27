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Registro de herramientas en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266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Orquestar herramientas sin condicional gigante.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Añadir herramienta requiere bajo impacto.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266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El agente puede buscar una herramienta por nombre en vez de tener un condicional enorme.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Mapa nombre -&gt; Tool.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Registrar herramientas y ejecutar según comando.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Probar añadir una herramienta mínima nueva.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266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Mapa o lista de herramientas, búsqueda por nombre y ejecución.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Mapa nombre -&gt;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266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Registrar herramientas y ejecutar por comando.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Añadir herramienta requiere bajo impacto.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266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266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266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Probar añadir una herramienta mínima nueva.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