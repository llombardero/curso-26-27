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I: commits y ramas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trazabilidad.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historial Git del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Git permite trazabilidad y recuperación.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Mensajes malos y buenos de commit.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evidencia de commits o registro equivalente si no hay GitHub.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un commit: qué cambia y por qué.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Commit pequeño, mensaje claro, rama de trabajo y autoría.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Mensajes malos y buenos de commit.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historial o crear registro equivalente.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historial Git del repositorio.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un commit: qué cambia y por qué.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