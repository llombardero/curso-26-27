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Git profesional I: commits y ramas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Mejorar trazabilidad.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docs/evidencia-git-h5.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evidencia de commits o registro equivalente si no hay GitHub.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Commit pequeño, mensaje claro, rama de trabajo y autoría.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Mensajes malos y buenos de commit.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docs/evidencia-git-h5.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Revisar un commit: qué cambia y por qué.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