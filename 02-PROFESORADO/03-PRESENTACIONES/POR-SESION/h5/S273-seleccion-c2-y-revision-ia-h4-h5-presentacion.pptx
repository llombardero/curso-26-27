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Selección C2 y revisión IA H4-H5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Seleccionar aprendizaje H4-H5 y revisar el uso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Selección H4-H5 para C2; diario/Scrum actualizado solo si el uso de IA fue significativo.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Si IA ayudó a refactorizar o sugerir patrones, debe quedar registrado y verificado.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Registro de prompt de refactorización.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Seleccionar evidencias H4-H5 para C2 y revisar la trazabilidad significativa de 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sugerencia de IA rechazaste o modificaste?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IA puede sugerir refactorizaciones, pero deben verificarse y defenderse.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Registro de prompt de refactorización.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Seleccionar evidencias H4-H5 para C2 y revisar la trazabilidad significativa.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Selección H4-H5 para C2; diario/Scrum actualizado solo si el uso de IA fue significativo.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sugerencia de IA rechazaste o modificaste?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