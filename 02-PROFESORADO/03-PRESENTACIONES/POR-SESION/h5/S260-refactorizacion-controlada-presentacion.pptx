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Refactorización controlada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Mejorar estructura sin cambiar comportamiento.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«Refactorización» inicial.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260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Refactorizar mejora estructura sin cambiar comportamiento.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Extraer método o renombrar variable y ejecutar pruebas.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Aplicar una refactorización pequeña.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Ejecutar prueba que demuestre que no se rompió.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Antes/después, motivo y prueba posterior.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Extraer método o renombrar variable y ejecutar pruebas.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Refactor pequeño documentado.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README, sección «Refactorización» inicial.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Ejecutar prueba que demuestre que no se rompió.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