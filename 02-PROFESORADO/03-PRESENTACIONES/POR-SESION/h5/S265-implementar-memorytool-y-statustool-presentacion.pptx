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MemoryTool y StatusTool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Completar herramientas principales.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Agente funciona con varias herramientas.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Repetir la misma estructura permite crear una familia de herramientas.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Dos herramientas con mismo contrato y distinta acción.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Extraer memoria y estado a herramientas separadas.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se repite entre herramientas?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Repetir estructura permite detectar abstracción útil.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Dos herramientas con mismo contrato y distinta acción.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Extraer memoria y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Agente funciona con varias herramientas.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se repite entre herramientas?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