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H5.5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Interfaz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Planificar — organizar 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 → comprobación 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Introducir contrato común si el grupo está preparado.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Primera herramienta implementa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H5.5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Una interfaz define un contrato común.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Tool con name, description, execute.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Crear Tool con métodos simples como name() y execute().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Microdefensa: ¿qué obliga a hacer la interfaz?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Interfaz como conjunto de métodos que una clase promete implementar.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Tool con name, description, execute.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Crear primera implementación.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Primera herramienta implementa Tool.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H5.5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Microdefensa: ¿qué obliga a hacer la interfaz?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