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66928"/>
            <a:ext cx="1828800" cy="566928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76656"/>
            <a:ext cx="1682496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789920" cy="1645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Portfolio y registro IA 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22191"/>
            <a:ext cx="6766560" cy="3840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 · 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10241280" cy="6400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Aptos"/>
              </a:defRPr>
            </a:pPr>
            <a:r>
              <a:t>Hoy construiremos una evidencia que puedas comprobar y explicar.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72784"/>
            <a:ext cx="1060704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vamos a conseguir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38912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C8702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645920"/>
            <a:ext cx="438912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700" b="1">
                <a:solidFill>
                  <a:srgbClr val="C87022"/>
                </a:solidFill>
                <a:latin typeface="Aptos"/>
              </a:defRPr>
            </a:pPr>
            <a:r>
              <a:t>Hoy vas 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800600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0">
                <a:solidFill>
                  <a:srgbClr val="1C2330"/>
                </a:solidFill>
                <a:latin typeface="Aptos"/>
              </a:defRPr>
            </a:pPr>
            <a:r>
              <a:t>Documentar aprendizaje y uso de 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1732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18488"/>
            <a:ext cx="438912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2400" b="1">
                <a:solidFill>
                  <a:srgbClr val="C8702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016" y="1645920"/>
            <a:ext cx="438912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700" b="1">
                <a:solidFill>
                  <a:srgbClr val="C87022"/>
                </a:solidFill>
                <a:latin typeface="Aptos"/>
              </a:defRPr>
            </a:pPr>
            <a:r>
              <a:t>Debe quedar…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86000"/>
            <a:ext cx="4800600" cy="3246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200" b="0">
                <a:solidFill>
                  <a:srgbClr val="1C2330"/>
                </a:solidFill>
                <a:latin typeface="Aptos"/>
              </a:defRPr>
            </a:pPr>
            <a:r>
              <a:t>Portfolio H5 y registro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PASO A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Ruta de trabajo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35607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44168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Lee el objetivo y escribe con tus palabras qué debe quedar terminado.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258568"/>
            <a:ext cx="502920" cy="502920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68296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76856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Atiende al ejemplo breve y anota una predicción, duda o decisión.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191256"/>
            <a:ext cx="502920" cy="502920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00984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09544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Realiza esta tarea: Completar portfolio y registro IA.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23944"/>
            <a:ext cx="502920" cy="502920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33672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42231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el resultado con una prueba observable; no basta con decir “funciona”.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56631"/>
            <a:ext cx="502920" cy="502920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66359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19"/>
            <a:ext cx="9875520" cy="5486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Guarda o entrega la evidencia indicada y prepárate para explicarla.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APLICAR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avanzar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1324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66344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600" b="1">
                <a:solidFill>
                  <a:srgbClr val="C87022"/>
                </a:solidFill>
                <a:latin typeface="Aptos"/>
              </a:defRPr>
            </a:pPr>
            <a:r>
              <a:t>IDEAS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21408"/>
            <a:ext cx="4572000" cy="33375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La IA puede sugerir refactorizaciones, pero deben verificarse y defenderse.</a:t>
            </a:r>
          </a:p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Guion breve sugerido:</a:t>
            </a:r>
          </a:p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&gt; Hoy necesitamos comprender y practicar lo justo para producir una evidencia verificable. Primero observaremos un ejemplo, después trabajaréis y al final cada pers…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572000" cy="365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600" b="1">
                <a:solidFill>
                  <a:srgbClr val="C87022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21408"/>
            <a:ext cx="4617720" cy="33375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330"/>
                </a:solidFill>
                <a:latin typeface="Aptos"/>
              </a:defRPr>
            </a:pPr>
            <a:r>
              <a:t>•  Registro de prompt de refactorización.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EVIDENCIA MÍNIMA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Antes de salir, comprueba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371600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362456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He producido o actualizado: Portfolio H5 y registro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67712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58568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Puedo señalar dónde está.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16382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154680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Puedo explicar una decisión tomada.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059935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050791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Puedo mostrar una prueba o comprobación.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9560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946904"/>
            <a:ext cx="978408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He registrado mi aportación individual si el trabajo era de equipo.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25312"/>
            <a:ext cx="1078992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200" b="0">
                <a:solidFill>
                  <a:srgbClr val="586270"/>
                </a:solidFill>
                <a:latin typeface="Aptos"/>
              </a:defRPr>
            </a:pPr>
            <a:r>
              <a:t>Necesitas: Un ordenador por estudiante o pareja, con JDK e IntelliJ disponibles y el proyecto del hito accesible.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5029200" cy="25603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COMPRUEBA Y EXPLICA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064240" cy="53035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de la sesión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273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965960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18488"/>
            <a:ext cx="1019556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PREGUNTA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058400" cy="8229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Pregunta: ¿qué sugerencia de IA rechazaste o modificaste?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03320"/>
            <a:ext cx="3749039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l">
              <a:defRPr sz="1500" b="1">
                <a:solidFill>
                  <a:srgbClr val="C87022"/>
                </a:solidFill>
                <a:latin typeface="Aptos"/>
              </a:defRPr>
            </a:pPr>
            <a:r>
              <a:t>RECUERDA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114800"/>
            <a:ext cx="6583680" cy="169164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Trabaja únicamente con datos ficticios.</a:t>
            </a:r>
          </a:p>
          <a:p>
            <a:pPr>
              <a:spcAft>
                <a:spcPts val="10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No escribas contraseñas, tokens, claves API ni datos personales.</a:t>
            </a:r>
          </a:p>
          <a:p>
            <a:pPr>
              <a:spcAft>
                <a:spcPts val="10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Si utilizas IA en un uso permitido, registra qué pediste, qué recibiste, qué cambiaste y cómo lo comprobaste.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794760"/>
            <a:ext cx="3703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BE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4087368"/>
            <a:ext cx="3063240" cy="8686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 algn="ctr">
              <a:defRPr sz="18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puedes defenderla.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