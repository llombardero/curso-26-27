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Portfolio y registro IA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aprendizaje y uso de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Portfolio H5 y registro 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Si IA ayudó a refactorizar o sugerir patrones, debe quedar registrado y verificado.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Registro de prompt de refactorización.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Completar portfolio y registro 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sugerencia de IA rechazaste o modificaste?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La IA puede sugerir refactorizaciones, pero deben verificarse y defenderse.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Registro de prompt de refactorización.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Completar portfolio y registro.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Portfolio H5 y registro 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Portfolio H5 y registro 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273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sugerencia de IA rechazaste o modificaste?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